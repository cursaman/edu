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67dd85f3f41b6" /><Relationship Type="http://schemas.openxmlformats.org/officeDocument/2006/relationships/extended-properties" Target="/docProps/app.xml" Id="R86a645f7356d483e" /><Relationship Type="http://schemas.openxmlformats.org/officeDocument/2006/relationships/officeDocument" Target="/ppt/presentation.xml" Id="R150f54788b0546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86f08ad6745c7"/>
  </p:sldMasterIdLst>
  <p:notesMasterIdLst>
    <p:notesMasterId xmlns:r="http://schemas.openxmlformats.org/officeDocument/2006/relationships" r:id="R909a0608f5854f97"/>
  </p:notesMasterIdLst>
  <p:sldIdLst>
    <p:sldId xmlns:r="http://schemas.openxmlformats.org/officeDocument/2006/relationships" id="256" r:id="R75296771ea754d0c"/>
    <p:sldId xmlns:r="http://schemas.openxmlformats.org/officeDocument/2006/relationships" id="257" r:id="R719a7101b14d45c3"/>
    <p:sldId xmlns:r="http://schemas.openxmlformats.org/officeDocument/2006/relationships" id="258" r:id="R45d45664d77947b7"/>
    <p:sldId xmlns:r="http://schemas.openxmlformats.org/officeDocument/2006/relationships" id="259" r:id="R17ef6b840fbf4449"/>
    <p:sldId xmlns:r="http://schemas.openxmlformats.org/officeDocument/2006/relationships" id="260" r:id="Rf24410796c934d00"/>
    <p:sldId xmlns:r="http://schemas.openxmlformats.org/officeDocument/2006/relationships" id="261" r:id="R0a8992d6f7734d33"/>
    <p:sldId xmlns:r="http://schemas.openxmlformats.org/officeDocument/2006/relationships" id="262" r:id="Rd53ca9b5d9be41f5"/>
    <p:sldId xmlns:r="http://schemas.openxmlformats.org/officeDocument/2006/relationships" id="263" r:id="R10feb21c1bde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6c7a2f7bd74a80" /><Relationship Type="http://schemas.openxmlformats.org/officeDocument/2006/relationships/slideMaster" Target="/ppt/slideMasters/slideMaster1.xml" Id="R47586f08ad6745c7" /><Relationship Type="http://schemas.openxmlformats.org/officeDocument/2006/relationships/notesMaster" Target="/ppt/notesMasters/notesMaster1.xml" Id="R909a0608f5854f97" /><Relationship Type="http://schemas.openxmlformats.org/officeDocument/2006/relationships/presProps" Target="/ppt/presProps.xml" Id="R6d440dc615d34927" /><Relationship Type="http://schemas.openxmlformats.org/officeDocument/2006/relationships/tableStyles" Target="/ppt/tableStyles.xml" Id="R175ebb40f2034f3b" /><Relationship Type="http://schemas.openxmlformats.org/officeDocument/2006/relationships/slide" Target="/ppt/slides/slide1.xml" Id="R75296771ea754d0c" /><Relationship Type="http://schemas.openxmlformats.org/officeDocument/2006/relationships/slide" Target="/ppt/slides/slide2.xml" Id="R719a7101b14d45c3" /><Relationship Type="http://schemas.openxmlformats.org/officeDocument/2006/relationships/slide" Target="/ppt/slides/slide3.xml" Id="R45d45664d77947b7" /><Relationship Type="http://schemas.openxmlformats.org/officeDocument/2006/relationships/slide" Target="/ppt/slides/slide4.xml" Id="R17ef6b840fbf4449" /><Relationship Type="http://schemas.openxmlformats.org/officeDocument/2006/relationships/slide" Target="/ppt/slides/slide5.xml" Id="Rf24410796c934d00" /><Relationship Type="http://schemas.openxmlformats.org/officeDocument/2006/relationships/slide" Target="/ppt/slides/slide6.xml" Id="R0a8992d6f7734d33" /><Relationship Type="http://schemas.openxmlformats.org/officeDocument/2006/relationships/slide" Target="/ppt/slides/slide7.xml" Id="Rd53ca9b5d9be41f5" /><Relationship Type="http://schemas.openxmlformats.org/officeDocument/2006/relationships/slide" Target="/ppt/slides/slide8.xml" Id="R10feb21c1bde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1e7e6635b44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fd768e4ce4502" /><Relationship Type="http://schemas.openxmlformats.org/officeDocument/2006/relationships/notesMaster" Target="/ppt/notesMasters/notesMaster1.xml" Id="R7a68355d9f32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03d915b9bb46ac" /><Relationship Type="http://schemas.openxmlformats.org/officeDocument/2006/relationships/notesMaster" Target="/ppt/notesMasters/notesMaster1.xml" Id="R6505b73a68bf42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172bf9eafb43b1" /><Relationship Type="http://schemas.openxmlformats.org/officeDocument/2006/relationships/notesMaster" Target="/ppt/notesMasters/notesMaster1.xml" Id="R3d93adb5195f46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5f777b480e4926" /><Relationship Type="http://schemas.openxmlformats.org/officeDocument/2006/relationships/notesMaster" Target="/ppt/notesMasters/notesMaster1.xml" Id="R8d9ef2b3b35a4e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dd0c864774037" /><Relationship Type="http://schemas.openxmlformats.org/officeDocument/2006/relationships/notesMaster" Target="/ppt/notesMasters/notesMaster1.xml" Id="Rd5ac2409e70945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ae61d3ef2d4857" /><Relationship Type="http://schemas.openxmlformats.org/officeDocument/2006/relationships/notesMaster" Target="/ppt/notesMasters/notesMaster1.xml" Id="Rf9d1c9eb7f804b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56c67897de4b56" /><Relationship Type="http://schemas.openxmlformats.org/officeDocument/2006/relationships/notesMaster" Target="/ppt/notesMasters/notesMaster1.xml" Id="R3a576eb73c1f4f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656f96c3b14a72" /><Relationship Type="http://schemas.openxmlformats.org/officeDocument/2006/relationships/notesMaster" Target="/ppt/notesMasters/notesMaster1.xml" Id="R843c2cb01be347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a745ab40a4e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5f57d126494f06" /><Relationship Type="http://schemas.openxmlformats.org/officeDocument/2006/relationships/slideLayout" Target="/ppt/slideLayouts/slideLayout1.xml" Id="R25deb81672904d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deb81672904d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aff3e8135406c" /><Relationship Type="http://schemas.openxmlformats.org/officeDocument/2006/relationships/image" Target="/ppt/media/image.bin" Id="R9c306756e2274247" /><Relationship Type="http://schemas.openxmlformats.org/officeDocument/2006/relationships/notesSlide" Target="/ppt/notesSlides/notesSlide1.xml" Id="Ra5675186919a40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ff12105cf40bd" /><Relationship Type="http://schemas.openxmlformats.org/officeDocument/2006/relationships/notesSlide" Target="/ppt/notesSlides/notesSlide2.xml" Id="Rb0a1e00a1e63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57f240424dad" /><Relationship Type="http://schemas.openxmlformats.org/officeDocument/2006/relationships/notesSlide" Target="/ppt/notesSlides/notesSlide3.xml" Id="R711c701f3782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4202656b94a0c" /><Relationship Type="http://schemas.openxmlformats.org/officeDocument/2006/relationships/notesSlide" Target="/ppt/notesSlides/notesSlide4.xml" Id="Rc07b60d4b29e43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4a03c1dc84b92" /><Relationship Type="http://schemas.openxmlformats.org/officeDocument/2006/relationships/notesSlide" Target="/ppt/notesSlides/notesSlide5.xml" Id="R298afaeb5bbd42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0aa37ffd044da" /><Relationship Type="http://schemas.openxmlformats.org/officeDocument/2006/relationships/notesSlide" Target="/ppt/notesSlides/notesSlide6.xml" Id="R9bcf2be3778e4a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aef38cc584087" /><Relationship Type="http://schemas.openxmlformats.org/officeDocument/2006/relationships/notesSlide" Target="/ppt/notesSlides/notesSlide7.xml" Id="R2241fed7829b4c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81aab087843b8" /><Relationship Type="http://schemas.openxmlformats.org/officeDocument/2006/relationships/notesSlide" Target="/ppt/notesSlides/notesSlide8.xml" Id="R23075b6435e24e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9952A-EA5C-4D5A-9CB6-35B5B06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F8DB6-43D9-4E2C-BFEA-11B869F7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프런트엔드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60144-4291-4CBF-AF82-1ADCAC26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모바일 반응형 화면 점검하기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ACF4D-27D1-4CD5-BBD5-FC3FAEA3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PC의 여러 열 카드를 모바일에서는 한 열로 정리합니다.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5CB0E-5EFF-47FA-B2EE-A9126A8B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B27AF-0EFB-4D63-A5BA-914A98C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06756e2274247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7C7B8-917E-47AB-B113-855F387E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698378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C14E5-D31E-4785-80EA-E981D8D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09C4A-6DF2-4E0B-BCB6-4E8BF72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EAAD8-D624-450D-A0FD-0263C50B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5DCD1-C2AE-46C5-A254-AF10F0B6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48D9E-566F-42C5-891F-3C5DD543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800C6-2F14-4E8A-980F-E29269AF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PC와 모바일 배치를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E14AC-E925-4AA4-B9F2-C3350628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6C30E-BF86-40CE-90B9-E1050A28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FD162-3C61-41F3-A049-53F4E31D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카드 그리드를 한 열로 바꿉니다.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62D34-814F-4270-8182-CAE9553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2B977-F697-4CEC-823A-662E13C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822200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472CD-0E7D-4701-97A2-9F6DECF9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C2FBF-2B15-4927-97A7-A99B9C1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B9D8C-FDF2-4F0E-80CB-C4977DB8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0B5B-B13B-4171-8D81-2C034B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871E9-3AAD-4956-BAFC-3AE9596E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반응형 화면은 기기 너비에 맞춰 배치를 바꾸는 방식입니다. 미디어 쿼리는 화면이 좁아질 때 적용할 조건입니다.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26954-C974-4093-913F-A28D43FA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E4F95-7245-4387-836F-EEE5425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PC와 모바일 배치를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214614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72846-D44F-4295-B5C1-066D0CC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75EAB-6F42-482A-8C65-27F1A7BB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2A3A0-2A44-43A6-BB53-206935B8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6AB8-A267-42CB-BBF5-B792C4AB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7ABB8-E55E-4345-AB84-8622409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7E8D5-BBD8-49E3-B047-8F06932F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모바일 보기를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156BB-E664-4D0C-9F8E-5A8049D0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10392-0F53-4C23-9D83-B7B1DB3E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99C8E-B6BD-4F20-8F70-B0698391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잘림을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D454D-2B2C-47A7-90AB-18F01A6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7D146-39E2-4E03-A44F-4F3EBA84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B890C-D9C0-45F9-BFD5-C863096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680px 조건을 넣습니다.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37FB4-2187-47BB-8789-B8358FB6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8934B-E747-41B5-9DB7-BE9D461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F78C3-8C67-4ACE-9B7F-D627CB4C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 크기를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86317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818E9-074B-4BC5-95A0-FE4831C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05D9A-EDC9-4910-AD14-63CCDA6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627C3-C4CC-4E00-9F02-BF233C27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98051-2E0E-4EF5-A58F-4232D9DE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1805A-80A9-4682-A903-0600F3FE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CSS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49845-29C7-4AEB-AF07-4985C57E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@media (max-width: 680px) {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.lesson-grid { grid-template-columns: 1fr; }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BCE0F-F8BB-413E-BE06-6CEFB01A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29241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48642-3071-4700-9B10-C8842114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4BE7E-5B79-487E-A6CE-30570D6F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BCEB0-2901-4232-9792-0CF34CC5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BBFFA-2742-433D-BCB5-7F5442C6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ED47B-D0E7-4F2F-A40C-D9CCF26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8B7D3-844D-4909-8D0A-C91F5243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모바일 보기를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5D8E3-D4DE-46DF-A3A2-1A79C3F0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8D351-46B1-4CBF-AF87-AFA4262A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9AAE9-53F6-4CCC-B544-61B5F9E0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잘림을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93684-2C90-44FD-9D85-007B016F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3299B-74F4-4E22-98DF-293486C4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7E0BB-CB76-4283-AAA2-AF5D66E6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680px 조건을 넣습니다.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F04DD-B6C0-44E0-8F7D-FAE4FA59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152EE-DF9F-4D4C-96D9-5AF1CA5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84E40-AD1B-4816-B0CC-5DAC0D13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 크기를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9EAF8-2447-4090-9250-26A11832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1AA3D-812C-49F7-8546-1FCED995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978778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672CE-E70B-475F-A9AB-1A322B8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F6690-1E98-4218-B0FA-AF53693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C9DC9-D9EC-452D-BA9A-DAE10788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B85BC-4D7B-4CA3-8349-BF660A6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0C350-CA79-48AF-861E-3B5FA30D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“교육자료 카드가 680px 이하에서 한 줄에 하나씩 보이게 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F558D-D5EA-44A8-9FCC-713C4DCE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5D294-7E3C-4908-BA80-C0E20A8B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716860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088D9-3666-4EAA-92AD-D4C6244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38F04-5190-4000-B2E5-1A08E0B8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A33AC-8934-4E58-8705-DDED609B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FAC34-C782-4627-9C70-8178EBE3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477EC-0623-4459-877E-9A1AFB81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DE302-5C91-48A1-9CD9-058888A3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가로 스크롤이 없나요?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EB111-A5F2-49B4-9FE7-571A5A5A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D5B94-912A-4549-BC47-C0F3803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6BA36-2046-4B84-BFAF-D221B08E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버튼을 누르기 쉬운가요?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EBD5F-BEDB-49FC-AB20-CDE4E5C7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4ABAD-241C-40BF-93F5-E66C24FF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74147-B3C0-4C05-B2CC-B870E90C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React 웹사이트 만들기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13663-4EE0-470C-9BCE-4A92E1AA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524778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2026-08-26T00:52:07.4800000Z</dcterms:created>
  <dcterms:modified xsi:type="dcterms:W3CDTF">2026-08-26T00:52:07.4800000Z</dcterms:modified>
</coreProperties>
</file>