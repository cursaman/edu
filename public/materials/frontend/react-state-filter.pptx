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89828ba0a40cf" /><Relationship Type="http://schemas.openxmlformats.org/officeDocument/2006/relationships/extended-properties" Target="/docProps/app.xml" Id="Rbb3d72374987407f" /><Relationship Type="http://schemas.openxmlformats.org/officeDocument/2006/relationships/officeDocument" Target="/ppt/presentation.xml" Id="R5d2a38b8c04d41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8a3ba61b64920"/>
  </p:sldMasterIdLst>
  <p:notesMasterIdLst>
    <p:notesMasterId xmlns:r="http://schemas.openxmlformats.org/officeDocument/2006/relationships" r:id="Rac81efcf585c478e"/>
  </p:notesMasterIdLst>
  <p:sldIdLst>
    <p:sldId xmlns:r="http://schemas.openxmlformats.org/officeDocument/2006/relationships" id="256" r:id="R603142d79dff4e10"/>
    <p:sldId xmlns:r="http://schemas.openxmlformats.org/officeDocument/2006/relationships" id="257" r:id="R08256215d3814fa6"/>
    <p:sldId xmlns:r="http://schemas.openxmlformats.org/officeDocument/2006/relationships" id="258" r:id="R548ba9eb08304206"/>
    <p:sldId xmlns:r="http://schemas.openxmlformats.org/officeDocument/2006/relationships" id="259" r:id="R0251917c3780452b"/>
    <p:sldId xmlns:r="http://schemas.openxmlformats.org/officeDocument/2006/relationships" id="260" r:id="Re9ea8013d9fc46b3"/>
    <p:sldId xmlns:r="http://schemas.openxmlformats.org/officeDocument/2006/relationships" id="261" r:id="R8126af660fae407a"/>
    <p:sldId xmlns:r="http://schemas.openxmlformats.org/officeDocument/2006/relationships" id="262" r:id="R5e6c0e478ed14527"/>
    <p:sldId xmlns:r="http://schemas.openxmlformats.org/officeDocument/2006/relationships" id="263" r:id="Rc488f43d049444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0cd00001a42ca" /><Relationship Type="http://schemas.openxmlformats.org/officeDocument/2006/relationships/slideMaster" Target="/ppt/slideMasters/slideMaster1.xml" Id="R4e28a3ba61b64920" /><Relationship Type="http://schemas.openxmlformats.org/officeDocument/2006/relationships/notesMaster" Target="/ppt/notesMasters/notesMaster1.xml" Id="Rac81efcf585c478e" /><Relationship Type="http://schemas.openxmlformats.org/officeDocument/2006/relationships/presProps" Target="/ppt/presProps.xml" Id="Rcc154676de274bff" /><Relationship Type="http://schemas.openxmlformats.org/officeDocument/2006/relationships/tableStyles" Target="/ppt/tableStyles.xml" Id="R9f0d064a8eb54a9f" /><Relationship Type="http://schemas.openxmlformats.org/officeDocument/2006/relationships/slide" Target="/ppt/slides/slide1.xml" Id="R603142d79dff4e10" /><Relationship Type="http://schemas.openxmlformats.org/officeDocument/2006/relationships/slide" Target="/ppt/slides/slide2.xml" Id="R08256215d3814fa6" /><Relationship Type="http://schemas.openxmlformats.org/officeDocument/2006/relationships/slide" Target="/ppt/slides/slide3.xml" Id="R548ba9eb08304206" /><Relationship Type="http://schemas.openxmlformats.org/officeDocument/2006/relationships/slide" Target="/ppt/slides/slide4.xml" Id="R0251917c3780452b" /><Relationship Type="http://schemas.openxmlformats.org/officeDocument/2006/relationships/slide" Target="/ppt/slides/slide5.xml" Id="Re9ea8013d9fc46b3" /><Relationship Type="http://schemas.openxmlformats.org/officeDocument/2006/relationships/slide" Target="/ppt/slides/slide6.xml" Id="R8126af660fae407a" /><Relationship Type="http://schemas.openxmlformats.org/officeDocument/2006/relationships/slide" Target="/ppt/slides/slide7.xml" Id="R5e6c0e478ed14527" /><Relationship Type="http://schemas.openxmlformats.org/officeDocument/2006/relationships/slide" Target="/ppt/slides/slide8.xml" Id="Rc488f43d0494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ba5dba661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319b8da844c12" /><Relationship Type="http://schemas.openxmlformats.org/officeDocument/2006/relationships/notesMaster" Target="/ppt/notesMasters/notesMaster1.xml" Id="Rec687f7a96834c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479aff083c4c89" /><Relationship Type="http://schemas.openxmlformats.org/officeDocument/2006/relationships/notesMaster" Target="/ppt/notesMasters/notesMaster1.xml" Id="R9fb541e580ac41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797b6f106b4603" /><Relationship Type="http://schemas.openxmlformats.org/officeDocument/2006/relationships/notesMaster" Target="/ppt/notesMasters/notesMaster1.xml" Id="R73fc380937c247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3228743bb041d5" /><Relationship Type="http://schemas.openxmlformats.org/officeDocument/2006/relationships/notesMaster" Target="/ppt/notesMasters/notesMaster1.xml" Id="Rbc1c1acda1bd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598b6f98c542f8" /><Relationship Type="http://schemas.openxmlformats.org/officeDocument/2006/relationships/notesMaster" Target="/ppt/notesMasters/notesMaster1.xml" Id="R9c6bcbd63e5b45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6629619b3c4842" /><Relationship Type="http://schemas.openxmlformats.org/officeDocument/2006/relationships/notesMaster" Target="/ppt/notesMasters/notesMaster1.xml" Id="R760c66d2e7e44f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0a9654992d43c9" /><Relationship Type="http://schemas.openxmlformats.org/officeDocument/2006/relationships/notesMaster" Target="/ppt/notesMasters/notesMaster1.xml" Id="R5b462d9b6a9b4b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863220c0324099" /><Relationship Type="http://schemas.openxmlformats.org/officeDocument/2006/relationships/notesMaster" Target="/ppt/notesMasters/notesMaster1.xml" Id="Rfd23270dec44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b9a011c49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8d9971dfe84497" /><Relationship Type="http://schemas.openxmlformats.org/officeDocument/2006/relationships/slideLayout" Target="/ppt/slideLayouts/slideLayout1.xml" Id="Rb2f6015937fe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f6015937fe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ac0f2859d4047" /><Relationship Type="http://schemas.openxmlformats.org/officeDocument/2006/relationships/image" Target="/ppt/media/image.bin" Id="Rde3902f3fbf642da" /><Relationship Type="http://schemas.openxmlformats.org/officeDocument/2006/relationships/notesSlide" Target="/ppt/notesSlides/notesSlide1.xml" Id="Rddcc2eee963e44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9eaf04c8a40b0" /><Relationship Type="http://schemas.openxmlformats.org/officeDocument/2006/relationships/notesSlide" Target="/ppt/notesSlides/notesSlide2.xml" Id="R0714e5ce2f0a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8e1906ec04603" /><Relationship Type="http://schemas.openxmlformats.org/officeDocument/2006/relationships/notesSlide" Target="/ppt/notesSlides/notesSlide3.xml" Id="R17e5f779cd74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c110a6451497f" /><Relationship Type="http://schemas.openxmlformats.org/officeDocument/2006/relationships/notesSlide" Target="/ppt/notesSlides/notesSlide4.xml" Id="R8f6176db4dde4c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da65786b346ec" /><Relationship Type="http://schemas.openxmlformats.org/officeDocument/2006/relationships/notesSlide" Target="/ppt/notesSlides/notesSlide5.xml" Id="R1c7d5bd2fd26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74d360aad49b5" /><Relationship Type="http://schemas.openxmlformats.org/officeDocument/2006/relationships/notesSlide" Target="/ppt/notesSlides/notesSlide6.xml" Id="R27bb1fcbd6a34b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cddd866524524" /><Relationship Type="http://schemas.openxmlformats.org/officeDocument/2006/relationships/notesSlide" Target="/ppt/notesSlides/notesSlide7.xml" Id="R3a0d3369fca842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409074e74433" /><Relationship Type="http://schemas.openxmlformats.org/officeDocument/2006/relationships/notesSlide" Target="/ppt/notesSlides/notesSlide8.xml" Id="Rf9e76c44fa6d40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578CE-FEB3-479C-B5E3-45327B7F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0683C-6FF8-4F48-87CF-84537A21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프런트엔드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E393F-8FFE-48DE-A6A0-C5E8157F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React 상태로 분야 필터 만들기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DC3-9F8D-4DE8-8655-6DA54E30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선택한 분야에 맞는 카드만 보여주는 필터를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686F9-2774-48B3-8C11-A4D1D8F0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E42D2-D730-4C1F-9153-7F27AADC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902f3fbf642da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DF261-33C9-4526-9922-001DE9B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306932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1BD2D-008C-46B4-8E03-DDF37016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ACBB6-7754-4BFB-92DA-C66C109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AA324-D4F7-4358-BC30-F9989ACE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1DC55-FF73-4885-B054-AF16943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AAF0E-25EC-4167-9AF9-713E6D0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C596-FE0D-4BD4-BA4F-BE41D99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상태의 역할을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501B7-2E07-4E39-A3DE-EE1C5FA7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CCB37-5AF9-4A91-834E-B2C93FD7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86311-CEF7-4ED6-9562-DB0F7A61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filter로 자료를 구분합니다.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C4C0-08B9-4FDA-942A-2BDF6F6F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A954A-AB86-4430-8698-2C745DB6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519585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CA79E-D12D-4956-A2E0-40D2423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6CC26-D852-4A4C-8680-EA3145B6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B7533-1C0D-4C9E-8227-66451F3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F4C62-93DE-418B-B807-5E40D1C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E51A4-5156-42EF-A296-4175572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상태(state)는 화면이 기억하는 현재 값입니다. 선택한 분야를 기억하고 해당 자료만 골라 보여줍니다.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9B225-8D66-46C1-82BD-A71DC865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B2CA-64DE-4D62-8824-2BC36F45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상태의 역할을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221014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02CE4-3882-45C7-B51B-3C2F4A5A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9FAAE-0FBE-414A-8163-70084E9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E228A-CDF4-4644-9399-DDD17540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44AC9-9161-408A-A2F3-313EB50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E83E6-37C8-4EA2-A52E-033DF2B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26E04-0144-4B21-85DD-8AD8D3A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분야 상태를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ED275-C925-4096-A3A4-D058B6AE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0729F-17E0-4C8A-B1D2-B11851B6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65818-59D3-423D-A911-776740E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A67F0-8C1B-4D9D-9750-BC9863CD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C435D-A6B8-42C0-8E25-E2868CA5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6588A-9858-4535-A6D4-1D1A52E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filter로 자료를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C5781-E020-48EC-81BE-B2C570F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6EAA3-845F-488A-85BC-6F01385D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B1E91-599E-4FB0-B169-4CCF268A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전체 버튼을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25663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61DA5-A134-4A72-848A-7ECDF869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71254-819D-45BE-B5AA-3411B8A9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2AE4F-E25D-4EB7-98FA-EBF670C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8383-FC7B-4E72-844B-902D4BCE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262C8-E946-46FB-8E97-0F8F873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React JSX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F6862-9150-47D2-B8A4-A69B2114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const [category, setCategory] = useState('all')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const visible = items.filter(item =&gt; category === 'all' || item.category === category)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B5C18-35BD-433E-8D3E-84C4E73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563440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584E4-0DE0-4799-9EA6-C566645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97922-9DDA-4751-BE02-AE5F5B17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6293F-5F07-496A-A056-D876DB6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BBE10-B64B-44D2-8B70-7F73F3F9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FE62-E7EB-4E02-A68C-F70CFBC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DA8EB-D40A-4C78-9534-C0EEA4B7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분야 상태를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1F0F-32B0-4934-BAC5-18697251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B39A8-4A62-4FCC-91A8-B4A96B18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46624-A53D-4842-9609-C478CC1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EB205-417C-45E3-8579-5613948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8BA95-1190-4A73-B792-98D9FA17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6F865-795B-4FEE-BB42-71C37061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filter로 자료를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2E1B4-E687-42FF-A9A1-BAD4E06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F838D-ACAB-4E02-B6F7-92606C35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8648B-0521-455E-B73C-8A20A46E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전체 버튼을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4E1E4-44BA-4361-8B67-57C7782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D1683-E489-4F15-85B9-6B71056E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008969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55B16-E686-4C9D-B2F3-4FA1817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752A6-B11F-4C2A-A51E-8FDF9992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F07B-A3D4-49AA-8748-09063367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C2DA6-859F-4D9B-9424-24CF6F9B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BF0B-8688-4723-9411-3DD05967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“React 목록에 전체와 분야별 필터 버튼을 만들어줘.”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39DC3-1B99-42F3-9F4C-1A47C0DB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9B593-0FE0-444A-8B96-FA62BB4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405302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BF21E-FA68-4D3E-B695-B4DD37B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86D87-61F0-409B-9716-B5F1CC46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E00CC-993B-43BC-B7AD-E9EC6F5A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4799F-615F-4D82-B22C-E513F077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B793C-D842-47B6-AB81-D18FA6AE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99CEA-FBD7-409A-B269-9F6321D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선택 버튼이 구분되나요?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6577A-3892-4945-86FD-8AC108F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AB490-CC19-417A-BD00-E044ADC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59040-6620-4691-95B5-981B4591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전체 자료도 나오나요?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00D56-FB7A-4C78-B177-EA633CC9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61396-FA10-4580-9F2D-5551D57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ED042-F231-422D-B069-5BB84907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React 웹사이트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10C05-DBF3-470E-A0BC-7085400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593124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2026-08-26T00:52:06.1720000Z</dcterms:created>
  <dcterms:modified xsi:type="dcterms:W3CDTF">2026-08-26T00:52:06.1720000Z</dcterms:modified>
</coreProperties>
</file>