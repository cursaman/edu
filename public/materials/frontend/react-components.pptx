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9992deccd84a5c" /><Relationship Type="http://schemas.openxmlformats.org/officeDocument/2006/relationships/extended-properties" Target="/docProps/app.xml" Id="R8a644d087dd3449f" /><Relationship Type="http://schemas.openxmlformats.org/officeDocument/2006/relationships/officeDocument" Target="/ppt/presentation.xml" Id="Rae0c9db17b9e49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9edad4d5454466"/>
  </p:sldMasterIdLst>
  <p:notesMasterIdLst>
    <p:notesMasterId xmlns:r="http://schemas.openxmlformats.org/officeDocument/2006/relationships" r:id="R4e3e71af2f19426e"/>
  </p:notesMasterIdLst>
  <p:sldIdLst>
    <p:sldId xmlns:r="http://schemas.openxmlformats.org/officeDocument/2006/relationships" id="256" r:id="R0e915c940bf8466d"/>
    <p:sldId xmlns:r="http://schemas.openxmlformats.org/officeDocument/2006/relationships" id="257" r:id="R29b6299fd6554144"/>
    <p:sldId xmlns:r="http://schemas.openxmlformats.org/officeDocument/2006/relationships" id="258" r:id="R0ac4d46873144a7f"/>
    <p:sldId xmlns:r="http://schemas.openxmlformats.org/officeDocument/2006/relationships" id="259" r:id="R2724dafa38dd49bb"/>
    <p:sldId xmlns:r="http://schemas.openxmlformats.org/officeDocument/2006/relationships" id="260" r:id="Rf53b6d0032f44799"/>
    <p:sldId xmlns:r="http://schemas.openxmlformats.org/officeDocument/2006/relationships" id="261" r:id="R5dd035d17ed54112"/>
    <p:sldId xmlns:r="http://schemas.openxmlformats.org/officeDocument/2006/relationships" id="262" r:id="R0631ec1016af435c"/>
    <p:sldId xmlns:r="http://schemas.openxmlformats.org/officeDocument/2006/relationships" id="263" r:id="Rbdd638b06b0b40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5c43b2d6b840a3" /><Relationship Type="http://schemas.openxmlformats.org/officeDocument/2006/relationships/slideMaster" Target="/ppt/slideMasters/slideMaster1.xml" Id="R859edad4d5454466" /><Relationship Type="http://schemas.openxmlformats.org/officeDocument/2006/relationships/notesMaster" Target="/ppt/notesMasters/notesMaster1.xml" Id="R4e3e71af2f19426e" /><Relationship Type="http://schemas.openxmlformats.org/officeDocument/2006/relationships/presProps" Target="/ppt/presProps.xml" Id="Rfbdbf13ef6334a1b" /><Relationship Type="http://schemas.openxmlformats.org/officeDocument/2006/relationships/tableStyles" Target="/ppt/tableStyles.xml" Id="Rfd08cbaba639488d" /><Relationship Type="http://schemas.openxmlformats.org/officeDocument/2006/relationships/slide" Target="/ppt/slides/slide1.xml" Id="R0e915c940bf8466d" /><Relationship Type="http://schemas.openxmlformats.org/officeDocument/2006/relationships/slide" Target="/ppt/slides/slide2.xml" Id="R29b6299fd6554144" /><Relationship Type="http://schemas.openxmlformats.org/officeDocument/2006/relationships/slide" Target="/ppt/slides/slide3.xml" Id="R0ac4d46873144a7f" /><Relationship Type="http://schemas.openxmlformats.org/officeDocument/2006/relationships/slide" Target="/ppt/slides/slide4.xml" Id="R2724dafa38dd49bb" /><Relationship Type="http://schemas.openxmlformats.org/officeDocument/2006/relationships/slide" Target="/ppt/slides/slide5.xml" Id="Rf53b6d0032f44799" /><Relationship Type="http://schemas.openxmlformats.org/officeDocument/2006/relationships/slide" Target="/ppt/slides/slide6.xml" Id="R5dd035d17ed54112" /><Relationship Type="http://schemas.openxmlformats.org/officeDocument/2006/relationships/slide" Target="/ppt/slides/slide7.xml" Id="R0631ec1016af435c" /><Relationship Type="http://schemas.openxmlformats.org/officeDocument/2006/relationships/slide" Target="/ppt/slides/slide8.xml" Id="Rbdd638b06b0b40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e5466de5e740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9dec6fba054e02" /><Relationship Type="http://schemas.openxmlformats.org/officeDocument/2006/relationships/notesMaster" Target="/ppt/notesMasters/notesMaster1.xml" Id="Rc923371dc51a45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8dc02548974d4f" /><Relationship Type="http://schemas.openxmlformats.org/officeDocument/2006/relationships/notesMaster" Target="/ppt/notesMasters/notesMaster1.xml" Id="R0683743c62ef49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b5fdaac20c4810" /><Relationship Type="http://schemas.openxmlformats.org/officeDocument/2006/relationships/notesMaster" Target="/ppt/notesMasters/notesMaster1.xml" Id="Rb5177667c86d4b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95354858d0445e" /><Relationship Type="http://schemas.openxmlformats.org/officeDocument/2006/relationships/notesMaster" Target="/ppt/notesMasters/notesMaster1.xml" Id="R02959f8270164a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be6f3503384586" /><Relationship Type="http://schemas.openxmlformats.org/officeDocument/2006/relationships/notesMaster" Target="/ppt/notesMasters/notesMaster1.xml" Id="Rc73f470dc91541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98dda2dd2e42f3" /><Relationship Type="http://schemas.openxmlformats.org/officeDocument/2006/relationships/notesMaster" Target="/ppt/notesMasters/notesMaster1.xml" Id="R4b6e351ec5124e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63f091dd154f70" /><Relationship Type="http://schemas.openxmlformats.org/officeDocument/2006/relationships/notesMaster" Target="/ppt/notesMasters/notesMaster1.xml" Id="Rb0bf392785b448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262a026ba34a88" /><Relationship Type="http://schemas.openxmlformats.org/officeDocument/2006/relationships/notesMaster" Target="/ppt/notesMasters/notesMaster1.xml" Id="R324052562cf643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a7bc43b0349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ec0dc7220c464f" /><Relationship Type="http://schemas.openxmlformats.org/officeDocument/2006/relationships/slideLayout" Target="/ppt/slideLayouts/slideLayout1.xml" Id="Raa4df9c1d4d443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4df9c1d4d443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ca695c8554c41" /><Relationship Type="http://schemas.openxmlformats.org/officeDocument/2006/relationships/image" Target="/ppt/media/image.bin" Id="R41ac5604bf1a44cc" /><Relationship Type="http://schemas.openxmlformats.org/officeDocument/2006/relationships/notesSlide" Target="/ppt/notesSlides/notesSlide1.xml" Id="R9c721a0cff2244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37111188f4ddb" /><Relationship Type="http://schemas.openxmlformats.org/officeDocument/2006/relationships/notesSlide" Target="/ppt/notesSlides/notesSlide2.xml" Id="R80077d8c6c0648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b9d25309c4c0e" /><Relationship Type="http://schemas.openxmlformats.org/officeDocument/2006/relationships/notesSlide" Target="/ppt/notesSlides/notesSlide3.xml" Id="Rbb96885de2c648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6656a0a5c45c3" /><Relationship Type="http://schemas.openxmlformats.org/officeDocument/2006/relationships/notesSlide" Target="/ppt/notesSlides/notesSlide4.xml" Id="Rfe3cd474239f42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e8d85ed6e41a9" /><Relationship Type="http://schemas.openxmlformats.org/officeDocument/2006/relationships/notesSlide" Target="/ppt/notesSlides/notesSlide5.xml" Id="Rb5571f388d4e40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3d5c0bb114cbb" /><Relationship Type="http://schemas.openxmlformats.org/officeDocument/2006/relationships/notesSlide" Target="/ppt/notesSlides/notesSlide6.xml" Id="R7ab74a6fb6af4e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36f7276b64096" /><Relationship Type="http://schemas.openxmlformats.org/officeDocument/2006/relationships/notesSlide" Target="/ppt/notesSlides/notesSlide7.xml" Id="R1c55fd85ca5e46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c75daba65416d" /><Relationship Type="http://schemas.openxmlformats.org/officeDocument/2006/relationships/notesSlide" Target="/ppt/notesSlides/notesSlide8.xml" Id="R8cc2129c0b164c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C1C26-9131-4966-AD76-22D475E3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0B62C-0420-4265-A1EB-88155D7E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프런트엔드 · 입문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53CF5-BF01-4E0E-9580-BB52D0E7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React 컴포넌트 이해하기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E39AD-C66B-4480-8B9F-6054F91D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화면을 반복해서 쓸 수 있는 작은 부품으로 나눕니다.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640C1-9580-46A6-BB4B-7FE4F84F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B44AA-CC76-46B0-A5DA-3D9619F9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30분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c5604bf1a44cc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787DF-17BC-4C1C-81D7-E2D86A5D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15370803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CB91F-8E1A-4F5D-BFEC-1D751CDD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AAA19-81A0-4B08-8C13-480778D5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035C6-A7C0-415D-8A35-B4BC0A58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558B2-5C5B-4946-802D-2795FCDE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6B486-0E7D-42DE-828F-85C7AD1B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683CB-1BCE-4D00-BF49-186441ED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컴포넌트를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A6A49-AB3A-4B81-B2A8-12CDB957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2F2D1-C7CD-45E5-9E83-D784B4B9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9592E-4795-4C76-ABFD-16AB03A5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props로 제목과 설명을 전달합니다.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9A038-0E99-47D8-82D7-CA73B515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B7216-EA4E-4182-B1D7-40508EF1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363865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49228-DC8F-41C1-82E8-8F6E82A8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13D55-49B4-48C6-AF1E-3B2E13E3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77095-8F10-45A1-A08A-0E0E67D0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4DC79-7DB3-4FF5-B0AF-46193018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FE5DA-CE79-4986-BAE2-D4C5834F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컴포넌트는 레고 블록처럼 다시 사용하는 화면 부품입니다. 카드 하나를 만들고 자료만 바꾸면 여러 카드를 표시할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55BCB-6589-4512-9B2B-912E066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89089-9B5E-4F16-95CB-6619A26C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컴포넌트를 이해합니다.</a:t>
            </a:r>
          </a:p>
        </p:txBody>
      </p:sp>
    </p:spTree>
    <p:extLst>
      <p:ext uri="{BB962C8B-B14F-4D97-AF65-F5344CB8AC3E}">
        <p14:creationId xmlns:p14="http://schemas.microsoft.com/office/powerpoint/2010/main" val="1157267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0D57F-068B-4CA1-AB2E-F1F19E4C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F71F3-9C66-460E-A36E-2226477D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03362-AFFA-4158-AACA-DF8EC9B4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89D92-FB14-4CB1-8B48-1DB25BFB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DEACB-932D-4D0A-A17E-D073A012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B4F05-FD24-41A0-8047-C59D5F9A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카드 함수를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677B2-4820-470D-8F63-D8BD070C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CA5CA-A58C-4ACE-B905-048AD7CF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DCBAE-AF82-4930-B9A7-7FFA692B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제목과 설명을 받습니다.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2170E-F7C1-416B-B826-D23A6092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28F9F-0152-42BB-B6E8-041CD987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CB60B-ACA8-436A-93DA-9590BC9E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카드를 두 번 표시합니다.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4C2A6-F705-4325-BBD0-6D303B50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A1D42-8A5B-4426-959A-7C46B5AE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EFA1F-43F5-49A9-B2DE-6E052BA3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문구를 다르게 바꿉니다.</a:t>
            </a:r>
          </a:p>
        </p:txBody>
      </p:sp>
    </p:spTree>
    <p:extLst>
      <p:ext uri="{BB962C8B-B14F-4D97-AF65-F5344CB8AC3E}">
        <p14:creationId xmlns:p14="http://schemas.microsoft.com/office/powerpoint/2010/main" val="5608862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6A8D9-740E-4319-924E-B2196B71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72F0E-CE06-4477-8A22-F4E57AF6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21465-170F-4E46-8441-8723AF11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9C851-875A-4D4E-B40C-CBC70637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0CABF-5C2F-4CD7-BAA1-CECECAFD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React JSX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F4BEC-2FCA-4A4E-93CE-54A4F789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function LessonCard({ title, description }) {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  return &lt;article&gt;&lt;h2&gt;{title}&lt;/h2&gt;&lt;p&gt;{description}&lt;/p&gt;&lt;/article&gt;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89661-A739-40D6-A770-0C173625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604299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08DB2-59B9-469D-88F2-BE8A9574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0BB5C-9133-4166-9BE5-B55FF5E2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3FF00-DE3F-4AA3-B70B-8D8542B1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928DF-977B-4DF2-874C-1FFF975F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E28CB-C147-478D-BA2E-646A1F5F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44A76-A28A-4E45-9F1A-735EF9C3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카드 함수를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71B9C-A1A5-4133-A7E4-C879D705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2E420-DF68-421D-B98E-E793AE7D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4122D-BDA1-44A0-9AC5-656A776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제목과 설명을 받습니다.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1E907-4244-4C36-857C-15A38945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68626-37BD-4BBB-8D35-7312BB96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713F5-8BD4-4F8C-B68F-AD17177C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카드를 두 번 표시합니다.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64C81-33C5-46A6-A1B3-D33371E9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332EF-6AE9-4856-84EA-84EBF0AE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17D8D-B216-4DF0-A3AE-6EF4CF9C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문구를 다르게 바꿉니다.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70098-739A-4589-BC09-ACD5B988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0FAE7-F831-47DF-9085-359FDC9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4849761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1089B-6EAC-4AF0-9FC2-029DAF98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8BEBE-3DD3-431A-AB94-48C5DCF9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0C40D-807E-489B-9641-3032029B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829FC-E8E0-4D62-989A-4A23F319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8F333-AA35-4D78-BAC8-7BF4FE9A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“제목과 설명을 받는 초보자용 React 교육자료 카드를 만들어줘.”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EE013-CA6E-4431-9DA9-2DF0EC00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8E249-D5BD-4782-BBB0-8B1754E1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9627059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DB321-B90C-4AE4-A740-9DE4116D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D5077-74B1-4E00-9FAC-66C8216A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DE820-1AD3-4121-B2EC-FCD89CC8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6C055-41BF-4B1F-8A76-764F82B1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654F9-1A10-42A0-AD7D-24FC80A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06EEE-0DD1-4B06-B9C7-DB7A9BCD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같은 카드를 반복했나요?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0309C-4A19-43AC-A596-FABE56A2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317A4-26CC-48B3-98A1-24ED84C5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68EC0-41F5-44AC-A8B0-393E4DD0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서로 다른 제목이 보이나요?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E3BF4-1D6D-4D73-9C15-7E165CC4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866A3-C6A1-4205-A5C0-CC81BA51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AACA4-4889-4053-813D-82A83B3D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React 웹사이트 만들기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25CB1-05DF-481B-98C0-F4C4A03F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1070142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2026-08-26T00:52:04.7630000Z</dcterms:created>
  <dcterms:modified xsi:type="dcterms:W3CDTF">2026-08-26T00:52:04.7630000Z</dcterms:modified>
</coreProperties>
</file>