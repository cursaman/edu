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8997af31b748cb" /><Relationship Type="http://schemas.openxmlformats.org/officeDocument/2006/relationships/extended-properties" Target="/docProps/app.xml" Id="Ra6a603a8677e4bc8" /><Relationship Type="http://schemas.openxmlformats.org/officeDocument/2006/relationships/officeDocument" Target="/ppt/presentation.xml" Id="R215df222cc6944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fb586c9dad4f77"/>
  </p:sldMasterIdLst>
  <p:notesMasterIdLst>
    <p:notesMasterId xmlns:r="http://schemas.openxmlformats.org/officeDocument/2006/relationships" r:id="R0b30bf5afe1d4bae"/>
  </p:notesMasterIdLst>
  <p:sldIdLst>
    <p:sldId xmlns:r="http://schemas.openxmlformats.org/officeDocument/2006/relationships" id="256" r:id="Rf9101eacd12a43cf"/>
    <p:sldId xmlns:r="http://schemas.openxmlformats.org/officeDocument/2006/relationships" id="257" r:id="Rd055ec88f97149cd"/>
    <p:sldId xmlns:r="http://schemas.openxmlformats.org/officeDocument/2006/relationships" id="258" r:id="Ree55798339ad4f00"/>
    <p:sldId xmlns:r="http://schemas.openxmlformats.org/officeDocument/2006/relationships" id="259" r:id="R2ee46a4f8e6b44ea"/>
    <p:sldId xmlns:r="http://schemas.openxmlformats.org/officeDocument/2006/relationships" id="260" r:id="R4f38d4725639495d"/>
    <p:sldId xmlns:r="http://schemas.openxmlformats.org/officeDocument/2006/relationships" id="261" r:id="R4ad20e570be74c97"/>
    <p:sldId xmlns:r="http://schemas.openxmlformats.org/officeDocument/2006/relationships" id="262" r:id="R57432b2b1d2f4513"/>
    <p:sldId xmlns:r="http://schemas.openxmlformats.org/officeDocument/2006/relationships" id="263" r:id="R123b4a9e781646f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b26a9488d245c3" /><Relationship Type="http://schemas.openxmlformats.org/officeDocument/2006/relationships/slideMaster" Target="/ppt/slideMasters/slideMaster1.xml" Id="R18fb586c9dad4f77" /><Relationship Type="http://schemas.openxmlformats.org/officeDocument/2006/relationships/notesMaster" Target="/ppt/notesMasters/notesMaster1.xml" Id="R0b30bf5afe1d4bae" /><Relationship Type="http://schemas.openxmlformats.org/officeDocument/2006/relationships/presProps" Target="/ppt/presProps.xml" Id="R888f165db46e4c39" /><Relationship Type="http://schemas.openxmlformats.org/officeDocument/2006/relationships/tableStyles" Target="/ppt/tableStyles.xml" Id="R6077751a7b764241" /><Relationship Type="http://schemas.openxmlformats.org/officeDocument/2006/relationships/slide" Target="/ppt/slides/slide1.xml" Id="Rf9101eacd12a43cf" /><Relationship Type="http://schemas.openxmlformats.org/officeDocument/2006/relationships/slide" Target="/ppt/slides/slide2.xml" Id="Rd055ec88f97149cd" /><Relationship Type="http://schemas.openxmlformats.org/officeDocument/2006/relationships/slide" Target="/ppt/slides/slide3.xml" Id="Ree55798339ad4f00" /><Relationship Type="http://schemas.openxmlformats.org/officeDocument/2006/relationships/slide" Target="/ppt/slides/slide4.xml" Id="R2ee46a4f8e6b44ea" /><Relationship Type="http://schemas.openxmlformats.org/officeDocument/2006/relationships/slide" Target="/ppt/slides/slide5.xml" Id="R4f38d4725639495d" /><Relationship Type="http://schemas.openxmlformats.org/officeDocument/2006/relationships/slide" Target="/ppt/slides/slide6.xml" Id="R4ad20e570be74c97" /><Relationship Type="http://schemas.openxmlformats.org/officeDocument/2006/relationships/slide" Target="/ppt/slides/slide7.xml" Id="R57432b2b1d2f4513" /><Relationship Type="http://schemas.openxmlformats.org/officeDocument/2006/relationships/slide" Target="/ppt/slides/slide8.xml" Id="R123b4a9e781646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7f813a43a340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f43ebada504f1e" /><Relationship Type="http://schemas.openxmlformats.org/officeDocument/2006/relationships/notesMaster" Target="/ppt/notesMasters/notesMaster1.xml" Id="R7944da8272cb4a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043a4cd8fd426c" /><Relationship Type="http://schemas.openxmlformats.org/officeDocument/2006/relationships/notesMaster" Target="/ppt/notesMasters/notesMaster1.xml" Id="R11d25c02254249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e7f74b50a134b82" /><Relationship Type="http://schemas.openxmlformats.org/officeDocument/2006/relationships/notesMaster" Target="/ppt/notesMasters/notesMaster1.xml" Id="R011ecb1c6dc04a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192b3b639643eb" /><Relationship Type="http://schemas.openxmlformats.org/officeDocument/2006/relationships/notesMaster" Target="/ppt/notesMasters/notesMaster1.xml" Id="R1ab1eb9db94943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f875e5fd5924b60" /><Relationship Type="http://schemas.openxmlformats.org/officeDocument/2006/relationships/notesMaster" Target="/ppt/notesMasters/notesMaster1.xml" Id="R72442763edb540e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abb916009444a6" /><Relationship Type="http://schemas.openxmlformats.org/officeDocument/2006/relationships/notesMaster" Target="/ppt/notesMasters/notesMaster1.xml" Id="Reb358acbf353495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c88e5ba23544790" /><Relationship Type="http://schemas.openxmlformats.org/officeDocument/2006/relationships/notesMaster" Target="/ppt/notesMasters/notesMaster1.xml" Id="R035af7efc4f1445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1cf39dea5e44ae" /><Relationship Type="http://schemas.openxmlformats.org/officeDocument/2006/relationships/notesMaster" Target="/ppt/notesMasters/notesMaster1.xml" Id="Rfc12fd4a7e5b49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5013eb4f1f4d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06ed8b0f9343c1" /><Relationship Type="http://schemas.openxmlformats.org/officeDocument/2006/relationships/slideLayout" Target="/ppt/slideLayouts/slideLayout1.xml" Id="R23322a24f32743b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322a24f32743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b42503063f44ef" /><Relationship Type="http://schemas.openxmlformats.org/officeDocument/2006/relationships/image" Target="/ppt/media/image.bin" Id="R88d2bac771214657" /><Relationship Type="http://schemas.openxmlformats.org/officeDocument/2006/relationships/notesSlide" Target="/ppt/notesSlides/notesSlide1.xml" Id="R5216dc7730af4c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18b83b64e84bb4" /><Relationship Type="http://schemas.openxmlformats.org/officeDocument/2006/relationships/notesSlide" Target="/ppt/notesSlides/notesSlide2.xml" Id="R0f1812fed24d41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9a5c1449744893" /><Relationship Type="http://schemas.openxmlformats.org/officeDocument/2006/relationships/notesSlide" Target="/ppt/notesSlides/notesSlide3.xml" Id="R6114f66846af41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524e3457894273" /><Relationship Type="http://schemas.openxmlformats.org/officeDocument/2006/relationships/notesSlide" Target="/ppt/notesSlides/notesSlide4.xml" Id="R3e064c2e46584f2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3ea2f75f7f4ca0" /><Relationship Type="http://schemas.openxmlformats.org/officeDocument/2006/relationships/notesSlide" Target="/ppt/notesSlides/notesSlide5.xml" Id="R99aa50ed39f74ee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8539613f354005" /><Relationship Type="http://schemas.openxmlformats.org/officeDocument/2006/relationships/notesSlide" Target="/ppt/notesSlides/notesSlide6.xml" Id="R9c74aae35f6a400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679ba05c2841b9" /><Relationship Type="http://schemas.openxmlformats.org/officeDocument/2006/relationships/notesSlide" Target="/ppt/notesSlides/notesSlide7.xml" Id="Rd86fcad65e10446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b2633d011a40f9" /><Relationship Type="http://schemas.openxmlformats.org/officeDocument/2006/relationships/notesSlide" Target="/ppt/notesSlides/notesSlide8.xml" Id="R72c1f63d6bd14ff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0CDA8B-6F7D-4ECB-AFF9-8039C5834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93812B-4D3A-488F-89C1-4B0AE4061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657E8"/>
                </a:solidFill>
              </a:defRPr>
            </a:pPr>
            <a:r>
              <a:rPr sz="1350" b="1">
                <a:solidFill>
                  <a:srgbClr val="6657E8"/>
                </a:solidFill>
              </a:rPr>
              <a:t>AI 활용 개발 · 기초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02D134-2FF3-430E-B288-05CC05D6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14450"/>
            <a:ext cx="5429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82235"/>
                </a:solidFill>
              </a:defRPr>
            </a:pPr>
            <a:r>
              <a:rPr sz="3900" b="1">
                <a:solidFill>
                  <a:srgbClr val="182235"/>
                </a:solidFill>
              </a:rPr>
              <a:t>오류 화면을 Codex와 해결하기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E8024F-A6D9-4C41-93E4-73415529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57083"/>
                </a:solidFill>
              </a:defRPr>
            </a:pPr>
            <a:r>
              <a:rPr sz="1800">
                <a:solidFill>
                  <a:srgbClr val="657083"/>
                </a:solidFill>
              </a:rPr>
              <a:t>오류 문장과 재현 순서를 전달해 원인을 좁힙니다.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CC2524-9590-4CAE-9125-F9349865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22669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E4607C-77A3-4AC8-92CA-D881B3D4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24425"/>
            <a:ext cx="2266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약 25분 학습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d2bac771214657"/>
          <a:srcRect xmlns:a="http://schemas.openxmlformats.org/drawingml/2006/main" l="17949" t="0" r="1794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857250"/>
            <a:ext cx="4762500" cy="4953000"/>
          </a:xfrm>
          <a:prstGeom xmlns:a="http://schemas.openxmlformats.org/drawingml/2006/main" prst="roundRect">
            <a:avLst>
              <a:gd name="adj" fmla="val 32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79BF6E-E499-4D26-B283-712BF5D8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198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083"/>
                </a:solidFill>
              </a:defRPr>
            </a:pPr>
            <a:r>
              <a:rPr sz="1125">
                <a:solidFill>
                  <a:srgbClr val="657083"/>
                </a:solidFill>
              </a:rPr>
              <a:t>EDU 웹개발 교육 플랫폼</a:t>
            </a:r>
          </a:p>
        </p:txBody>
      </p:sp>
    </p:spTree>
    <p:extLst>
      <p:ext uri="{BB962C8B-B14F-4D97-AF65-F5344CB8AC3E}">
        <p14:creationId xmlns:p14="http://schemas.microsoft.com/office/powerpoint/2010/main" val="3247330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58E4CC-96E8-4BEC-AF5D-420F376C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5712F4-B267-4E7E-98F6-88B4012A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오늘은 이것을 할 수 있게 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9119D6-AB7E-441C-8A71-915F893F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EA442E-B215-456B-AB21-9A82A0D5A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C2BDCA-D052-477D-842A-96B02937B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6687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8FA6B4-1217-4494-BFBF-9EC8C79C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60972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오류 메시지를 전달합니다.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F4C64D-6281-4165-B935-E4F5B7B5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781AEF-1310-4204-8E5A-F3C25D7E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3842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1EEF67-7B0C-44AC-9072-D7C226FEB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58127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재현 순서를 씁니다.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5CB95B-ED75-4816-8471-210D05AC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86300"/>
            <a:ext cx="3143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B0C0F2-72AE-4D60-A95B-964B7DD0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895850"/>
            <a:ext cx="2552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8493B"/>
                </a:solidFill>
              </a:defRPr>
            </a:pPr>
            <a:r>
              <a:rPr sz="1500" b="1">
                <a:solidFill>
                  <a:srgbClr val="A8493B"/>
                </a:solidFill>
              </a:rPr>
              <a:t>외우기보다 직접 실행하고</a:t>
            </a:r>
          </a:p>
          <a:p xmlns:a="http://schemas.openxmlformats.org/drawingml/2006/main">
            <a:pPr algn="ctr">
              <a:defRPr sz="1500" b="1">
                <a:solidFill>
                  <a:srgbClr val="A8493B"/>
                </a:solidFill>
              </a:defRPr>
            </a:pPr>
            <a:r>
              <a:rPr sz="1500" b="1">
                <a:solidFill>
                  <a:srgbClr val="A8493B"/>
                </a:solidFill>
              </a:rPr>
              <a:t>바뀐 결과를 확인하세요.</a:t>
            </a:r>
          </a:p>
        </p:txBody>
      </p:sp>
    </p:spTree>
    <p:extLst>
      <p:ext uri="{BB962C8B-B14F-4D97-AF65-F5344CB8AC3E}">
        <p14:creationId xmlns:p14="http://schemas.microsoft.com/office/powerpoint/2010/main" val="17763552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210CD3-3726-4548-88F3-1E169F69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EE3D40-789A-4254-ACB7-9E0BAF5DD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생활 속 비유로 먼저 이해해요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992EA4-14A4-48A5-9E83-C5DCBBC6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075898-A7D6-4188-8716-436CE827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3BEEB6-71E4-4B61-AEB1-B50E039CD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9906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82235"/>
                </a:solidFill>
              </a:defRPr>
            </a:pPr>
            <a:r>
              <a:rPr sz="2100">
                <a:solidFill>
                  <a:srgbClr val="182235"/>
                </a:solidFill>
              </a:rPr>
              <a:t>오류 해결은 아픈 곳을 의사에게 설명하는 일과 같습니다. 언제 무엇을 했고 어떤 문장이 나왔는지 전달합니다.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9D0F3C-8BED-42BA-9AC9-35FC40B6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한 문장으로 말해보기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6CB2EA-866B-4A0D-B255-9989BC60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162550"/>
            <a:ext cx="714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82235"/>
                </a:solidFill>
              </a:defRPr>
            </a:pPr>
            <a:r>
              <a:rPr sz="1650">
                <a:solidFill>
                  <a:srgbClr val="182235"/>
                </a:solidFill>
              </a:rPr>
              <a:t>오류 메시지를 전달합니다.</a:t>
            </a:r>
          </a:p>
        </p:txBody>
      </p:sp>
    </p:spTree>
    <p:extLst>
      <p:ext uri="{BB962C8B-B14F-4D97-AF65-F5344CB8AC3E}">
        <p14:creationId xmlns:p14="http://schemas.microsoft.com/office/powerpoint/2010/main" val="14400438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71493E-1DD3-42A9-8750-D633165F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617509-8CEF-4D7E-B56D-32A0049A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작동 순서는 네 단계면 충분합니다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5DA9D0-DB46-46EA-8EF3-75DC2FED4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0A4D16-3332-4D65-A373-D761EB5D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E5F038-03EC-4FDE-9CBE-622EF98F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12F444-7641-48C1-B808-FEC43E545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5049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오류를 다시 만듭니다.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157594-043E-4732-8A56-C9CB3CF5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0BE4BA-B976-4D9F-9223-6309B734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D65E5E-7DCF-4F0F-A483-3D714B7F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7650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첫 오류를 복사합니다.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BF55B9-D5A4-41C8-B7C1-E26E70603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C9934C-D41C-494B-B950-A24921E5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052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8DA838-8FCC-4649-8C30-96F86C2B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480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명령과 주소를 적습니다.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5DE7EB-9B76-4168-9836-45539D38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0107DC-D4EA-4858-AFBF-1CC2E539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DBEF46-FB82-46A7-858D-33478023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1960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최소 수정을 요청합니다.</a:t>
            </a:r>
          </a:p>
        </p:txBody>
      </p:sp>
    </p:spTree>
    <p:extLst>
      <p:ext uri="{BB962C8B-B14F-4D97-AF65-F5344CB8AC3E}">
        <p14:creationId xmlns:p14="http://schemas.microsoft.com/office/powerpoint/2010/main" val="18457512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B0064A-96C2-49FB-A6EC-AEAD50EC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9BDD90-201A-40B1-8397-A4F56AD61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예제 코드를 한 줄씩 살펴보세요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11E09C-0998-4899-9143-CD1E729D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04FEC5-247D-4F0F-8837-5DDFC057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8204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E4E7F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E63DC4-030B-422B-BA9A-DEC45353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430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657E8"/>
                </a:solidFill>
              </a:defRPr>
            </a:pPr>
            <a:r>
              <a:rPr sz="1275" b="1">
                <a:solidFill>
                  <a:srgbClr val="6657E8"/>
                </a:solidFill>
              </a:rPr>
              <a:t>요청문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9DC12F-A5B3-4B60-B2D4-A50C39552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47875"/>
            <a:ext cx="101346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4304A"/>
                </a:solidFill>
              </a:defRPr>
            </a:pPr>
            <a:r>
              <a:rPr sz="1425">
                <a:solidFill>
                  <a:srgbClr val="24304A"/>
                </a:solidFill>
              </a:rPr>
              <a:t>npm run dev 후 화면이 백지입니다.</a:t>
            </a:r>
          </a:p>
          <a:p xmlns:a="http://schemas.openxmlformats.org/drawingml/2006/main">
            <a:pPr>
              <a:defRPr sz="1425">
                <a:solidFill>
                  <a:srgbClr val="24304A"/>
                </a:solidFill>
              </a:defRPr>
            </a:pPr>
            <a:r>
              <a:rPr sz="1425">
                <a:solidFill>
                  <a:srgbClr val="24304A"/>
                </a:solidFill>
              </a:rPr>
              <a:t>콘솔 첫 오류는 ... 입니다.</a:t>
            </a:r>
          </a:p>
          <a:p xmlns:a="http://schemas.openxmlformats.org/drawingml/2006/main">
            <a:pPr>
              <a:defRPr sz="1425">
                <a:solidFill>
                  <a:srgbClr val="24304A"/>
                </a:solidFill>
              </a:defRPr>
            </a:pPr>
            <a:r>
              <a:rPr sz="1425">
                <a:solidFill>
                  <a:srgbClr val="24304A"/>
                </a:solidFill>
              </a:rPr>
              <a:t>원인을 설명하고 필요한 파일만 수정해줘.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E5AE8E-BDA2-4E4C-9372-D0494CE5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340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57083"/>
                </a:solidFill>
              </a:defRPr>
            </a:pPr>
            <a:r>
              <a:rPr sz="1425">
                <a:solidFill>
                  <a:srgbClr val="657083"/>
                </a:solidFill>
              </a:rPr>
              <a:t>처음에는 그대로 실행하고, 문장이나 숫자 하나만 바꿔 보세요.</a:t>
            </a:r>
          </a:p>
        </p:txBody>
      </p:sp>
    </p:spTree>
    <p:extLst>
      <p:ext uri="{BB962C8B-B14F-4D97-AF65-F5344CB8AC3E}">
        <p14:creationId xmlns:p14="http://schemas.microsoft.com/office/powerpoint/2010/main" val="2469382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CFC5E4-9B2F-4AF5-9E07-41737466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8FFDFB-5678-43D4-BF7C-EC6E30DF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10분 실습은 작은 성공을 만드는 시간입니다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175D8E-3EFF-4A2C-962D-14B6A94A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16E2CB-9012-4CF1-A7DA-12532132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097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6E156A-B923-4E01-BA52-9BA144E0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9BC17C-0597-4237-B56B-E7A9D79EB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44780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오류를 다시 만듭니다.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111225-F492-4984-978F-BB0E11486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B83DB7-F3CA-4294-82CF-046A324A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0BE75C-6938-4328-9902-87B5685C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193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첫 오류를 복사합니다.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BDB99C-9EF9-4154-9AB3-87EBB4AFF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544E9F-B0AD-4A23-965D-66D3FDA9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A4CE7B-0FFF-49D2-BFD2-3B820BC5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39090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명령과 주소를 적습니다.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9E5C7C-DBD7-40A1-B8AE-0AEF487C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243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1A41CD-B32E-4852-8CC8-AB24D293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42B310-EBD6-45B4-B39F-8204C0FD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3624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최소 수정을 요청합니다.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F0FCBB-8599-492B-BF55-FA2AB5D0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295900"/>
            <a:ext cx="3333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57C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563DC9-4451-4FF7-95A5-BEE01E0E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4578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완료: 화면에서 결과 확인</a:t>
            </a:r>
          </a:p>
        </p:txBody>
      </p:sp>
    </p:spTree>
    <p:extLst>
      <p:ext uri="{BB962C8B-B14F-4D97-AF65-F5344CB8AC3E}">
        <p14:creationId xmlns:p14="http://schemas.microsoft.com/office/powerpoint/2010/main" val="18441674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B7A12F-5A80-45AA-B680-C9EE6A034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809DA4-9722-407B-8306-AB669F53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Codex에는 이렇게 요청하세요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BB85E5-0798-495D-9D09-B753A85C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DD2F17-E4A1-4DC9-ADE7-238C194D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C713EB-28E3-4D74-A8A1-FD72975C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52625"/>
            <a:ext cx="99441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403A84"/>
                </a:solidFill>
              </a:defRPr>
            </a:pPr>
            <a:r>
              <a:rPr sz="2025" b="1">
                <a:solidFill>
                  <a:srgbClr val="403A84"/>
                </a:solidFill>
              </a:rPr>
              <a:t>“오류 원인을 초보자에게 설명하고 기존 기능을 유지하는 최소 수정을 찾아줘.”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05508B-BC29-477C-8233-13207D30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좋은 요청의 세 가지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971649-1800-49BB-9B40-3664D756A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57775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82235"/>
                </a:solidFill>
              </a:defRPr>
            </a:pPr>
            <a:r>
              <a:rPr sz="1650">
                <a:solidFill>
                  <a:srgbClr val="182235"/>
                </a:solidFill>
              </a:rPr>
              <a:t>① 바꿀 대상  ② 유지할 기능  ③ 확인 방법</a:t>
            </a:r>
          </a:p>
        </p:txBody>
      </p:sp>
    </p:spTree>
    <p:extLst>
      <p:ext uri="{BB962C8B-B14F-4D97-AF65-F5344CB8AC3E}">
        <p14:creationId xmlns:p14="http://schemas.microsoft.com/office/powerpoint/2010/main" val="17204582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F769E5-D549-44B5-8B82-5F37F06E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79FBF8-CD73-4B43-B591-CF9FA4F5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직접 확인하면 오늘 학습이 완성됩니다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B22865-9CF5-4ED1-840C-8376053F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B6D4C7-3B58-41A8-8BA4-B33B5C4F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7637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835287-0DBB-4334-9ED6-69A545BC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7B6B"/>
                </a:solidFill>
              </a:defRPr>
            </a:pPr>
            <a:r>
              <a:rPr sz="1500" b="1">
                <a:solidFill>
                  <a:srgbClr val="FF7B6B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A990B9-EDED-45C8-B898-94DF6AB72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51447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오류를 생략하지 않았나요?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2FA607-9584-4A47-B885-3E96F58E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4792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1AF588-2F57-420C-BE65-4E8866252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7B6B"/>
                </a:solidFill>
              </a:defRPr>
            </a:pPr>
            <a:r>
              <a:rPr sz="1500" b="1">
                <a:solidFill>
                  <a:srgbClr val="FF7B6B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24B201-4999-47D9-85E1-BF265711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8602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재현 순서를 적었나요?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7BB575-C77E-4F07-BEB8-7C1C5D6B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FC998C-88F4-48D5-842D-EB33C1727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67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6755F"/>
                </a:solidFill>
              </a:defRPr>
            </a:pPr>
            <a:r>
              <a:rPr sz="1425" b="1">
                <a:solidFill>
                  <a:srgbClr val="26755F"/>
                </a:solidFill>
              </a:rPr>
              <a:t>관련 교육 프로그램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34797A-C6C8-41D0-94B9-84EF0F8F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00062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235"/>
                </a:solidFill>
              </a:defRPr>
            </a:pPr>
            <a:r>
              <a:rPr sz="1875" b="1">
                <a:solidFill>
                  <a:srgbClr val="182235"/>
                </a:solidFill>
              </a:rPr>
              <a:t>Codex로 첫 웹서비스 만들기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6121E3-7738-4AF0-9309-937D8DE2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5054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7083"/>
                </a:solidFill>
              </a:defRPr>
            </a:pPr>
            <a:r>
              <a:rPr sz="1275">
                <a:solidFill>
                  <a:srgbClr val="657083"/>
                </a:solidFill>
              </a:rPr>
              <a:t>홈페이지에서 학습 완료를 표시하고 다음 자료로 이어가세요.</a:t>
            </a:r>
          </a:p>
        </p:txBody>
      </p:sp>
    </p:spTree>
    <p:extLst>
      <p:ext uri="{BB962C8B-B14F-4D97-AF65-F5344CB8AC3E}">
        <p14:creationId xmlns:p14="http://schemas.microsoft.com/office/powerpoint/2010/main" val="15732346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2026-08-26T00:52:18.7840000Z</dcterms:created>
  <dcterms:modified xsi:type="dcterms:W3CDTF">2026-08-26T00:52:18.7840000Z</dcterms:modified>
</coreProperties>
</file>