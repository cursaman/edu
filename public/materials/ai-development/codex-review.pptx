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65c5ea3504aef" /><Relationship Type="http://schemas.openxmlformats.org/officeDocument/2006/relationships/extended-properties" Target="/docProps/app.xml" Id="R17e90db1b4584bf7" /><Relationship Type="http://schemas.openxmlformats.org/officeDocument/2006/relationships/officeDocument" Target="/ppt/presentation.xml" Id="R1e4e0f04d04346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0a37d12ed14ba2"/>
  </p:sldMasterIdLst>
  <p:notesMasterIdLst>
    <p:notesMasterId xmlns:r="http://schemas.openxmlformats.org/officeDocument/2006/relationships" r:id="R1a1c15d9cc684829"/>
  </p:notesMasterIdLst>
  <p:sldIdLst>
    <p:sldId xmlns:r="http://schemas.openxmlformats.org/officeDocument/2006/relationships" id="256" r:id="Rbeb7502398c0451e"/>
    <p:sldId xmlns:r="http://schemas.openxmlformats.org/officeDocument/2006/relationships" id="257" r:id="R9b9f856b273141c7"/>
    <p:sldId xmlns:r="http://schemas.openxmlformats.org/officeDocument/2006/relationships" id="258" r:id="Rd683826479fd446e"/>
    <p:sldId xmlns:r="http://schemas.openxmlformats.org/officeDocument/2006/relationships" id="259" r:id="Rab1b3dcd12b8476d"/>
    <p:sldId xmlns:r="http://schemas.openxmlformats.org/officeDocument/2006/relationships" id="260" r:id="R1f40c92e7bee47f9"/>
    <p:sldId xmlns:r="http://schemas.openxmlformats.org/officeDocument/2006/relationships" id="261" r:id="Ra500f686243f44fe"/>
    <p:sldId xmlns:r="http://schemas.openxmlformats.org/officeDocument/2006/relationships" id="262" r:id="Rc93fd2f4f6804c82"/>
    <p:sldId xmlns:r="http://schemas.openxmlformats.org/officeDocument/2006/relationships" id="263" r:id="Rca28e11788b948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87f718e264c3c" /><Relationship Type="http://schemas.openxmlformats.org/officeDocument/2006/relationships/slideMaster" Target="/ppt/slideMasters/slideMaster1.xml" Id="Rc00a37d12ed14ba2" /><Relationship Type="http://schemas.openxmlformats.org/officeDocument/2006/relationships/notesMaster" Target="/ppt/notesMasters/notesMaster1.xml" Id="R1a1c15d9cc684829" /><Relationship Type="http://schemas.openxmlformats.org/officeDocument/2006/relationships/presProps" Target="/ppt/presProps.xml" Id="R271b22b4f6324867" /><Relationship Type="http://schemas.openxmlformats.org/officeDocument/2006/relationships/tableStyles" Target="/ppt/tableStyles.xml" Id="R44aa6c3586be4767" /><Relationship Type="http://schemas.openxmlformats.org/officeDocument/2006/relationships/slide" Target="/ppt/slides/slide1.xml" Id="Rbeb7502398c0451e" /><Relationship Type="http://schemas.openxmlformats.org/officeDocument/2006/relationships/slide" Target="/ppt/slides/slide2.xml" Id="R9b9f856b273141c7" /><Relationship Type="http://schemas.openxmlformats.org/officeDocument/2006/relationships/slide" Target="/ppt/slides/slide3.xml" Id="Rd683826479fd446e" /><Relationship Type="http://schemas.openxmlformats.org/officeDocument/2006/relationships/slide" Target="/ppt/slides/slide4.xml" Id="Rab1b3dcd12b8476d" /><Relationship Type="http://schemas.openxmlformats.org/officeDocument/2006/relationships/slide" Target="/ppt/slides/slide5.xml" Id="R1f40c92e7bee47f9" /><Relationship Type="http://schemas.openxmlformats.org/officeDocument/2006/relationships/slide" Target="/ppt/slides/slide6.xml" Id="Ra500f686243f44fe" /><Relationship Type="http://schemas.openxmlformats.org/officeDocument/2006/relationships/slide" Target="/ppt/slides/slide7.xml" Id="Rc93fd2f4f6804c82" /><Relationship Type="http://schemas.openxmlformats.org/officeDocument/2006/relationships/slide" Target="/ppt/slides/slide8.xml" Id="Rca28e11788b948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feec1fd0c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311cb81df48f4" /><Relationship Type="http://schemas.openxmlformats.org/officeDocument/2006/relationships/notesMaster" Target="/ppt/notesMasters/notesMaster1.xml" Id="Rc82f44059b8946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279331fba4939" /><Relationship Type="http://schemas.openxmlformats.org/officeDocument/2006/relationships/notesMaster" Target="/ppt/notesMasters/notesMaster1.xml" Id="R3c6f96d0190546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572620a90845ce" /><Relationship Type="http://schemas.openxmlformats.org/officeDocument/2006/relationships/notesMaster" Target="/ppt/notesMasters/notesMaster1.xml" Id="R48e3abc3facd4c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5b48ed3244c2d" /><Relationship Type="http://schemas.openxmlformats.org/officeDocument/2006/relationships/notesMaster" Target="/ppt/notesMasters/notesMaster1.xml" Id="R76b3354b30aa45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aa0caeaa2c4b91" /><Relationship Type="http://schemas.openxmlformats.org/officeDocument/2006/relationships/notesMaster" Target="/ppt/notesMasters/notesMaster1.xml" Id="Ra59fca57619d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777975ff9d4c6c" /><Relationship Type="http://schemas.openxmlformats.org/officeDocument/2006/relationships/notesMaster" Target="/ppt/notesMasters/notesMaster1.xml" Id="R2080aae69528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e46ed553144b8e" /><Relationship Type="http://schemas.openxmlformats.org/officeDocument/2006/relationships/notesMaster" Target="/ppt/notesMasters/notesMaster1.xml" Id="R7b0becca18c6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2156ad9324da4" /><Relationship Type="http://schemas.openxmlformats.org/officeDocument/2006/relationships/notesMaster" Target="/ppt/notesMasters/notesMaster1.xml" Id="Re6e943201f3340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35d502287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d822a7a324f1a" /><Relationship Type="http://schemas.openxmlformats.org/officeDocument/2006/relationships/slideLayout" Target="/ppt/slideLayouts/slideLayout1.xml" Id="R97a780cc768540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780cc768540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335ea4e6d4901" /><Relationship Type="http://schemas.openxmlformats.org/officeDocument/2006/relationships/image" Target="/ppt/media/image.bin" Id="R8680c6ea776b41bc" /><Relationship Type="http://schemas.openxmlformats.org/officeDocument/2006/relationships/notesSlide" Target="/ppt/notesSlides/notesSlide1.xml" Id="Re532e589f665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399240cbc4a81" /><Relationship Type="http://schemas.openxmlformats.org/officeDocument/2006/relationships/notesSlide" Target="/ppt/notesSlides/notesSlide2.xml" Id="R62a43574526a41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e197320cf4f3b" /><Relationship Type="http://schemas.openxmlformats.org/officeDocument/2006/relationships/notesSlide" Target="/ppt/notesSlides/notesSlide3.xml" Id="R72e6304078c645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b2214a8114c97" /><Relationship Type="http://schemas.openxmlformats.org/officeDocument/2006/relationships/notesSlide" Target="/ppt/notesSlides/notesSlide4.xml" Id="Rdf95fcb4a49d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4f737d90046dc" /><Relationship Type="http://schemas.openxmlformats.org/officeDocument/2006/relationships/notesSlide" Target="/ppt/notesSlides/notesSlide5.xml" Id="R97831908110f46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d2a25461d4b8a" /><Relationship Type="http://schemas.openxmlformats.org/officeDocument/2006/relationships/notesSlide" Target="/ppt/notesSlides/notesSlide6.xml" Id="R0475085c37124d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817ca622f4780" /><Relationship Type="http://schemas.openxmlformats.org/officeDocument/2006/relationships/notesSlide" Target="/ppt/notesSlides/notesSlide7.xml" Id="R41c629373a8b48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1e54cec014285" /><Relationship Type="http://schemas.openxmlformats.org/officeDocument/2006/relationships/notesSlide" Target="/ppt/notesSlides/notesSlide8.xml" Id="R0218019f741e42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ABCD3-F977-4A34-A58F-46722D71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C6832-0132-4E2C-980F-4F558C2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AI 활용 개발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39EF1-7618-465B-97AA-ED97138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Codex 결과를 직접 검토하기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42F15-6F7D-495D-8A78-14ECAC73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변경 파일과 테스트 결과를 확인하고 안전하게 마무리합니다.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8C0F9-8C94-4A6E-8005-62617BB2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1CD4B-C438-4F41-A62D-548AE34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0c6ea776b41bc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44F67-70EB-45A1-8424-B64FAA2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263454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6CD56-415F-4558-8127-39ED4909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77E9-CBD1-42E8-9AE7-1C791699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E6D96-ED3A-42F6-812D-D8CBE951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E0C91-B4F7-42B7-83B7-16DB826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8F257-E801-426D-931F-1E635E74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BB0B4-2618-4DF9-A821-6B0B7F1B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변경 파일을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91E13-902F-42EE-8356-AC939A4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FDFCD-7ED9-41CB-9300-BB0F1C2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F5BE7-74FA-4AA5-9BF2-5C62190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빌드와 화면을 시험합니다.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18643-5902-4327-8695-974B421D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31652-E901-43B3-924D-7B58DBF0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930532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5CBDE-4592-486A-82CB-FE572106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68D6B-DB02-4E4C-9E1C-AFE5A02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57D06-7CFE-4FDE-8701-5A8B0F4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E5C09-2769-4BF5-9309-2FE1F93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D46-27C7-4E74-96D8-BB3CA66E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AI 결과도 사람이 확인해야 합니다. 영수증을 보듯 변경 파일, 화면, 빌드, 비밀정보를 차례로 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2FED7-4A27-44E1-B532-2C560D24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03062-F8A6-4516-8445-7ACFECBF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변경 파일을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42983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0D832-D5A6-4477-AD0D-6D22F3D9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B2329-E170-4945-AF8B-20D765F0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D1DAB-CB3F-430C-B22A-1DF4F62F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2F61A-44B8-4B1B-B903-D428EB69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31A88-3D0B-49E0-9728-317D367A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D6287-8D17-49E9-A71B-075E2F71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git status를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01A1C-DFB4-4CD1-939E-B1DDDA4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CD98B-53A0-4652-AFD3-C4825172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0D40C-3792-4056-AC90-3782F04F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불필요한 파일을 찾습니다.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12975-CCE6-4258-ACDC-54B51D52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0BB7F-FF59-4E3A-B4D5-11AAC74E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80104-1CF4-4BBA-ADE0-8AFD826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빌드합니다.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BDFA8-7578-4125-900A-1B1D378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021FB-AC80-4A59-A610-E6EF9459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91CE2-467C-4B7E-BF71-5CE6A6F3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PC와 모바일을 봅니다.</a:t>
            </a:r>
          </a:p>
        </p:txBody>
      </p:sp>
    </p:spTree>
    <p:extLst>
      <p:ext uri="{BB962C8B-B14F-4D97-AF65-F5344CB8AC3E}">
        <p14:creationId xmlns:p14="http://schemas.microsoft.com/office/powerpoint/2010/main" val="1503416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0B595-32B4-4A7F-B137-3B0CB86A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BBB3A-19B1-44D8-B139-5D330EFB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3FB83-072F-4C46-87BD-45B1302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4A3B4-C4EA-4EA3-892A-C7DE3B08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86596-B52F-4B1D-B9AB-1A640A8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터미널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78A9C-05F9-467E-939D-7E6A5CBD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git status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git diff --stat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npm run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AE16F-6B78-4B22-97D2-E41E59C6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607232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2B6CB-768A-4CCA-8397-440CE6C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ACCE-02FA-4C12-A5AB-4755939C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9B97-75C8-461A-AA7E-3A8E0614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359EE-2A81-47CD-BC0A-EB23E8B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5A2BA-DF3D-48A6-ACD6-DBEF8B63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9593B-D511-4373-92F6-2DDBD0B4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git status를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AEF63-41A0-42AB-A7A9-BBBB9AC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24B70-3386-4C62-A8D6-5A7B230E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FCEF5-5E47-4B37-BD96-F8288F9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불필요한 파일을 찾습니다.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09B3F-35EE-4C89-9332-864B95C6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5CD62-CF5D-4858-BA08-37A2B75B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67204-DE3E-4215-82A2-D2686F9E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빌드합니다.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A0C44-5B70-4F76-B0C2-9BAC96C7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16340-BF11-4B21-B23A-4461C40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C3780-D6E3-44EA-B4BF-1B037F19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PC와 모바일을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55858-D2B9-4ADF-9EF1-D4F2F140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98B50-8242-4354-83C3-E4D69E1B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879213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9F917-6D05-4FEB-83F4-3BF878C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300E4-F1E0-4BA6-B679-573CF958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D0C88-E42A-4F17-906F-818CF40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8D300-BBAE-4359-82F1-5A43A1F3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ACC50-7BE7-4BED-B35E-D3A86CC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“변경 사항에서 범위 이탈, 보안 위험, 테스트 누락을 찾아줘.”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1B050-A99B-4D41-9956-20B01279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8EA4C-9E8A-4CB9-AFB2-8B1B51BF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519962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C4F8A-A362-42FE-9C19-A3342C58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17B77-5B67-4135-A69D-45620256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7E30B-1A63-4260-9841-1BD3B4E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0063D-DB0E-42D2-B36A-D76F8861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3792-589B-4D22-BCE3-89351E9E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1B78E-5A5C-4A6C-8543-310F318C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파일을 설명할 수 있나요?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B2103-4A04-4E2D-944C-3D16DD47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B81D4-AA51-463D-8E79-AB55D33B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F1ECB-063E-44F5-B9B3-EC4383E7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비밀 키가 없고 빌드가 성공했나요?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2C0C8-BFE4-4532-9803-E1BABAD2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D3521-37BA-4D0D-9A09-FE6565DC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C00D0-437B-4E40-A57D-454B2273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Codex로 첫 웹서비스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0C18F-FC0F-4C09-98BC-90F7F94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470036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2026-08-26T00:52:20.0920000Z</dcterms:created>
  <dcterms:modified xsi:type="dcterms:W3CDTF">2026-08-26T00:52:20.0920000Z</dcterms:modified>
</coreProperties>
</file>