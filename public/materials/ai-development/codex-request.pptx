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52ffc3d844f62" /><Relationship Type="http://schemas.openxmlformats.org/officeDocument/2006/relationships/extended-properties" Target="/docProps/app.xml" Id="R599f80e32b1744c3" /><Relationship Type="http://schemas.openxmlformats.org/officeDocument/2006/relationships/officeDocument" Target="/ppt/presentation.xml" Id="Ra45ac7f4fe044e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0c83d17eea489f"/>
  </p:sldMasterIdLst>
  <p:notesMasterIdLst>
    <p:notesMasterId xmlns:r="http://schemas.openxmlformats.org/officeDocument/2006/relationships" r:id="R42ac4e2df743410d"/>
  </p:notesMasterIdLst>
  <p:sldIdLst>
    <p:sldId xmlns:r="http://schemas.openxmlformats.org/officeDocument/2006/relationships" id="256" r:id="R5b1d128174cc4f61"/>
    <p:sldId xmlns:r="http://schemas.openxmlformats.org/officeDocument/2006/relationships" id="257" r:id="R4e387f4ef7e04d6e"/>
    <p:sldId xmlns:r="http://schemas.openxmlformats.org/officeDocument/2006/relationships" id="258" r:id="R96389e53e184445f"/>
    <p:sldId xmlns:r="http://schemas.openxmlformats.org/officeDocument/2006/relationships" id="259" r:id="R44f905e525634435"/>
    <p:sldId xmlns:r="http://schemas.openxmlformats.org/officeDocument/2006/relationships" id="260" r:id="Rb2835e35e2234e1d"/>
    <p:sldId xmlns:r="http://schemas.openxmlformats.org/officeDocument/2006/relationships" id="261" r:id="R36b05240b6a7426e"/>
    <p:sldId xmlns:r="http://schemas.openxmlformats.org/officeDocument/2006/relationships" id="262" r:id="R3a882e59cd0842b3"/>
    <p:sldId xmlns:r="http://schemas.openxmlformats.org/officeDocument/2006/relationships" id="263" r:id="R4ca28224fbd14e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2dd7b28c05459b" /><Relationship Type="http://schemas.openxmlformats.org/officeDocument/2006/relationships/slideMaster" Target="/ppt/slideMasters/slideMaster1.xml" Id="R9c0c83d17eea489f" /><Relationship Type="http://schemas.openxmlformats.org/officeDocument/2006/relationships/notesMaster" Target="/ppt/notesMasters/notesMaster1.xml" Id="R42ac4e2df743410d" /><Relationship Type="http://schemas.openxmlformats.org/officeDocument/2006/relationships/presProps" Target="/ppt/presProps.xml" Id="Rec8b5a06f2a1451c" /><Relationship Type="http://schemas.openxmlformats.org/officeDocument/2006/relationships/tableStyles" Target="/ppt/tableStyles.xml" Id="R1f0fa3e16cc24c72" /><Relationship Type="http://schemas.openxmlformats.org/officeDocument/2006/relationships/slide" Target="/ppt/slides/slide1.xml" Id="R5b1d128174cc4f61" /><Relationship Type="http://schemas.openxmlformats.org/officeDocument/2006/relationships/slide" Target="/ppt/slides/slide2.xml" Id="R4e387f4ef7e04d6e" /><Relationship Type="http://schemas.openxmlformats.org/officeDocument/2006/relationships/slide" Target="/ppt/slides/slide3.xml" Id="R96389e53e184445f" /><Relationship Type="http://schemas.openxmlformats.org/officeDocument/2006/relationships/slide" Target="/ppt/slides/slide4.xml" Id="R44f905e525634435" /><Relationship Type="http://schemas.openxmlformats.org/officeDocument/2006/relationships/slide" Target="/ppt/slides/slide5.xml" Id="Rb2835e35e2234e1d" /><Relationship Type="http://schemas.openxmlformats.org/officeDocument/2006/relationships/slide" Target="/ppt/slides/slide6.xml" Id="R36b05240b6a7426e" /><Relationship Type="http://schemas.openxmlformats.org/officeDocument/2006/relationships/slide" Target="/ppt/slides/slide7.xml" Id="R3a882e59cd0842b3" /><Relationship Type="http://schemas.openxmlformats.org/officeDocument/2006/relationships/slide" Target="/ppt/slides/slide8.xml" Id="R4ca28224fbd14e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ca68643ef24d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3b7f212a084086" /><Relationship Type="http://schemas.openxmlformats.org/officeDocument/2006/relationships/notesMaster" Target="/ppt/notesMasters/notesMaster1.xml" Id="Rda8e7c926e8f4b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c8182ab8654956" /><Relationship Type="http://schemas.openxmlformats.org/officeDocument/2006/relationships/notesMaster" Target="/ppt/notesMasters/notesMaster1.xml" Id="R36a9bae11c93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316f51808844f3" /><Relationship Type="http://schemas.openxmlformats.org/officeDocument/2006/relationships/notesMaster" Target="/ppt/notesMasters/notesMaster1.xml" Id="R5995af15e5f04b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47028a620e4a28" /><Relationship Type="http://schemas.openxmlformats.org/officeDocument/2006/relationships/notesMaster" Target="/ppt/notesMasters/notesMaster1.xml" Id="R42e1d675a4964d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a8f7605144351" /><Relationship Type="http://schemas.openxmlformats.org/officeDocument/2006/relationships/notesMaster" Target="/ppt/notesMasters/notesMaster1.xml" Id="R88d2aeb1de6a4d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1406d1221428d" /><Relationship Type="http://schemas.openxmlformats.org/officeDocument/2006/relationships/notesMaster" Target="/ppt/notesMasters/notesMaster1.xml" Id="R3ae89f474bb243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377895bf474554" /><Relationship Type="http://schemas.openxmlformats.org/officeDocument/2006/relationships/notesMaster" Target="/ppt/notesMasters/notesMaster1.xml" Id="Rd6af768080e84e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0767ab2e1c40c3" /><Relationship Type="http://schemas.openxmlformats.org/officeDocument/2006/relationships/notesMaster" Target="/ppt/notesMasters/notesMaster1.xml" Id="R9f456e62ffcf4d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8e8c2a33c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12f30cbfe84da1" /><Relationship Type="http://schemas.openxmlformats.org/officeDocument/2006/relationships/slideLayout" Target="/ppt/slideLayouts/slideLayout1.xml" Id="Ra4c6d6c8be1f4d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6d6c8be1f4d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4da1786e740c8" /><Relationship Type="http://schemas.openxmlformats.org/officeDocument/2006/relationships/image" Target="/ppt/media/image.bin" Id="Ra4ba252de23c4975" /><Relationship Type="http://schemas.openxmlformats.org/officeDocument/2006/relationships/notesSlide" Target="/ppt/notesSlides/notesSlide1.xml" Id="R2cd4aeccd51542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d71e2e2414e3b" /><Relationship Type="http://schemas.openxmlformats.org/officeDocument/2006/relationships/notesSlide" Target="/ppt/notesSlides/notesSlide2.xml" Id="Rde08fc4cb44b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d5d5979224259" /><Relationship Type="http://schemas.openxmlformats.org/officeDocument/2006/relationships/notesSlide" Target="/ppt/notesSlides/notesSlide3.xml" Id="R167f09184bb7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ed4ab3e3f4c2f" /><Relationship Type="http://schemas.openxmlformats.org/officeDocument/2006/relationships/notesSlide" Target="/ppt/notesSlides/notesSlide4.xml" Id="Rbc81845387b04d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53b4005544211" /><Relationship Type="http://schemas.openxmlformats.org/officeDocument/2006/relationships/notesSlide" Target="/ppt/notesSlides/notesSlide5.xml" Id="R035b8a08193b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6fb7eff08467c" /><Relationship Type="http://schemas.openxmlformats.org/officeDocument/2006/relationships/notesSlide" Target="/ppt/notesSlides/notesSlide6.xml" Id="Rb1517f5d08a949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520207cd64a62" /><Relationship Type="http://schemas.openxmlformats.org/officeDocument/2006/relationships/notesSlide" Target="/ppt/notesSlides/notesSlide7.xml" Id="Rf5d138f5813f4f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7c652045247c4" /><Relationship Type="http://schemas.openxmlformats.org/officeDocument/2006/relationships/notesSlide" Target="/ppt/notesSlides/notesSlide8.xml" Id="Rcc9deb17817142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87591-94B2-44CA-A30A-E2FDBAB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A24A5-DFAF-43E7-91A2-8B3B35ED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AI 활용 개발 · 입문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E7E97-5C06-41EA-B25C-95001CC5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Codex에 정확하게 요청하기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61BEF-82E7-4D58-9134-067569B8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수정 위치와 원하는 결과, 유지할 기능을 전달합니다.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ABBBA-F7B1-4CAF-BFC0-EA73F5B4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C429E-9412-4016-AFA3-0E9CA41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a252de23c4975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A88A0-98EB-45DD-AF28-96A3AC7F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236358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63F94-62B2-4D0F-A6D4-A7AE893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B7105-A5FF-4758-8A55-A7EE757B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6BC2-6E0E-4C15-BFFB-320900FF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C5C0A-8FEB-45DC-AFE5-B7C549F9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DE17F-0AE0-4B2E-86F7-2749421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CBCF2-7F4B-4F35-AD34-C9B9744A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작업 범위를 작성합니다.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71A8F-6DBE-46D5-B4C8-1768B834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89BF6-4EB4-4A2F-B56A-8F342715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F8E09-15BF-48B2-ADA9-20A99A50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확인 방법을 포함합니다.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2536C-7987-4C74-9775-FE65583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D0EC6-EDED-44C0-85E4-DA96FF4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475650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2A28E-C49C-43DA-89F5-565947B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B3F34-B97B-49F7-BFE0-38F810B7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50EFC-97DF-4708-80D4-E75B4EF3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91478-9311-4589-BFE0-5666EAF8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B1C22-D03F-4FB0-B57E-60EEE72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좋은 요청서는 작업자에게 주는 안내문입니다. 무엇을 만들지, 무엇은 건드리지 않을지, 어떻게 확인할지를 적습니다.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DE40B-894A-404B-AD4B-9DFB7CE5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6E0F7-5DBD-42E4-8834-D95CBBE5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작업 범위를 작성합니다.</a:t>
            </a:r>
          </a:p>
        </p:txBody>
      </p:sp>
    </p:spTree>
    <p:extLst>
      <p:ext uri="{BB962C8B-B14F-4D97-AF65-F5344CB8AC3E}">
        <p14:creationId xmlns:p14="http://schemas.microsoft.com/office/powerpoint/2010/main" val="1706303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A2BED-89B7-4CF0-881B-E98F1E5F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43471-B944-42AB-9DD9-AFA1B0B0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45229-E4DF-4B34-B78D-FB418E73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4221B-7C15-4BD0-BBCC-66CF807E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16764-D1B0-4C4C-BE73-E5A02660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D7478-16C0-479E-A53B-388BC01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기능 하나를 고릅니다.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3593B-845D-4635-92F2-405EB660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809A0-B94B-4BCC-83F9-118E65BD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B7EA1-6207-4080-AD4E-ACAC1573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위치를 적습니다.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60E73-E285-4A5E-8DF0-A9B0D006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E3BC8-17CA-457E-8DC2-27391D3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CEAF7-7EAD-4300-8E3B-0C83B4C9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유지할 기능을 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E807B-7C55-49DC-92D3-65A5472D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7B40C-3255-4C40-8342-EB48F4B3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A5A61-65CC-4410-9CED-4B79034E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테스트를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1063137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B9231-6552-4585-9AD9-741E23FA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E8EB4-1B4D-465D-833D-91DBC87D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4576F-7A0F-4143-BE74-7D0A5568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46FB9-76F7-4BAE-91DF-D0921C3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77461-AA89-4B08-A73C-7E4F5C9C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요청문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5BA4F-D53B-4975-88D5-76B528D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교육자료 카드에 찜 버튼을 추가해줘.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기존 검색과 Supabase 기능은 유지해줘.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수정 후 빌드해줘.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FEA37-DE7E-46FA-846D-25DBCDAC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300249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4525E-46E7-4EDC-B65D-8F927EF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5696B-C655-4FD0-8936-5E05E011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4CF51-DF45-47CD-84F6-E0EDEF5B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0929A-705A-4E81-9730-648FB187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9732C-EC5D-4BC7-9A35-D1FB61B9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7E282-B0AE-4B5B-952E-BC5E1ACD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기능 하나를 고릅니다.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A6B62-34DF-4931-9DB8-988A95B4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05DDE-23E4-4D9F-8BEF-684D8A3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77951-C395-4B93-8DD4-412E711F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위치를 적습니다.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9CBF1-5325-4E17-8E8F-34863138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61CD7-C3A7-4491-8BB7-86E229C2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E6956-5BC1-4E94-8D2A-7ECA995D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유지할 기능을 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4F7F9-3B5B-4CE8-952F-5572A8EB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9276E-38E1-46C4-B0C6-31784C3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EF2A8-665C-4A45-91DC-572164ED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테스트를 요청합니다.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D0D3D-FA9C-4C3A-9230-13D3761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B7FDC-3FF8-4607-A660-8CF1AB60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65653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5A104-D65B-4E75-8662-C79D1C3E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E0302-0B17-4E3E-B56A-7EC22F2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813CE-6A2B-405C-9A2F-C8454792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97002-E36D-4F17-9572-7947BD17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D043F-4592-43E7-B7DA-4EA8BDD4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“내 요청문에서 모호한 표현을 찾아 실행 가능한 요청서로 고쳐줘.”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4E467-5AF1-4E0A-B9C8-6668BC4C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CD7A0-10E5-4015-A526-60A41CD1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902463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DECDE-4FDB-465E-AF4C-0DDA67A7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17830-EC68-4C07-AF75-CB58A9D6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6B915-E1DB-408D-927A-B8A6E22F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3C076-8F1F-43E8-9339-CA815F8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BFEA0-6A92-40E3-B621-99981132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34535-BABE-469D-B2E5-D88883D2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한 기능만 요청했나요?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218E9-0BFA-4030-915A-2AB4B50B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F7032-C43F-470E-9D17-CF44B5A7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096B7-20E2-47F5-9742-822EDC4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유지 범위와 테스트를 적었나요?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9B749-1FC2-4248-A674-C46F09B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7EFF0-25FB-477A-985D-884BB8B5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8C854-5C58-4CFD-81DA-C2208DCE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Codex로 첫 웹서비스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35F95-553D-47CC-A694-4A565A4E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840491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2026-08-26T00:52:17.3920000Z</dcterms:created>
  <dcterms:modified xsi:type="dcterms:W3CDTF">2026-08-26T00:52:17.3920000Z</dcterms:modified>
</coreProperties>
</file>