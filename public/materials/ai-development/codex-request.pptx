
<file path=[Content_Types].xml><?xml version="1.0" encoding="utf-8"?>
<Types xmlns="http://schemas.openxmlformats.org/package/2006/content-types">
  <Default Extension="xml" ContentType="application/vnd.openxmlformats-package.core-properties+xml"/>
  <Default Extension="bin" ContentType="image/webp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5b86b780c84ebc" /><Relationship Type="http://schemas.openxmlformats.org/officeDocument/2006/relationships/extended-properties" Target="/docProps/app.xml" Id="R7431fba263f542ed" /><Relationship Type="http://schemas.openxmlformats.org/officeDocument/2006/relationships/officeDocument" Target="/ppt/presentation.xml" Id="Rff098fc7181143c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6fa414d40294a52"/>
  </p:sldMasterIdLst>
  <p:notesMasterIdLst>
    <p:notesMasterId xmlns:r="http://schemas.openxmlformats.org/officeDocument/2006/relationships" r:id="R1414cc3a2db44b46"/>
  </p:notesMasterIdLst>
  <p:sldIdLst>
    <p:sldId xmlns:r="http://schemas.openxmlformats.org/officeDocument/2006/relationships" id="256" r:id="R5bd60b4482374f01"/>
    <p:sldId xmlns:r="http://schemas.openxmlformats.org/officeDocument/2006/relationships" id="257" r:id="Rfb8f6cb14bf44326"/>
    <p:sldId xmlns:r="http://schemas.openxmlformats.org/officeDocument/2006/relationships" id="258" r:id="R0b345f0dc1ee4ea3"/>
    <p:sldId xmlns:r="http://schemas.openxmlformats.org/officeDocument/2006/relationships" id="259" r:id="R8779bda94d8041de"/>
    <p:sldId xmlns:r="http://schemas.openxmlformats.org/officeDocument/2006/relationships" id="260" r:id="R4d6c0362a2b346dc"/>
    <p:sldId xmlns:r="http://schemas.openxmlformats.org/officeDocument/2006/relationships" id="261" r:id="R9f4db5fb880346c9"/>
    <p:sldId xmlns:r="http://schemas.openxmlformats.org/officeDocument/2006/relationships" id="262" r:id="R4957b77816ac4679"/>
    <p:sldId xmlns:r="http://schemas.openxmlformats.org/officeDocument/2006/relationships" id="263" r:id="R4ddf2a5f99f4410b"/>
    <p:sldId xmlns:r="http://schemas.openxmlformats.org/officeDocument/2006/relationships" id="264" r:id="R17b70ab511f14877"/>
    <p:sldId xmlns:r="http://schemas.openxmlformats.org/officeDocument/2006/relationships" id="265" r:id="Rc3d0610aaa6547aa"/>
    <p:sldId xmlns:r="http://schemas.openxmlformats.org/officeDocument/2006/relationships" id="266" r:id="R959417ea8d304385"/>
    <p:sldId xmlns:r="http://schemas.openxmlformats.org/officeDocument/2006/relationships" id="267" r:id="Rc554ccef590e4d14"/>
    <p:sldId xmlns:r="http://schemas.openxmlformats.org/officeDocument/2006/relationships" id="268" r:id="R3e4152c6b5c44f77"/>
    <p:sldId xmlns:r="http://schemas.openxmlformats.org/officeDocument/2006/relationships" id="269" r:id="R94f19935ddef4bc2"/>
    <p:sldId xmlns:r="http://schemas.openxmlformats.org/officeDocument/2006/relationships" id="270" r:id="Rc31beac864ee426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7ff8f9d79b8477e" /><Relationship Type="http://schemas.openxmlformats.org/officeDocument/2006/relationships/slideMaster" Target="/ppt/slideMasters/slideMaster1.xml" Id="R46fa414d40294a52" /><Relationship Type="http://schemas.openxmlformats.org/officeDocument/2006/relationships/notesMaster" Target="/ppt/notesMasters/notesMaster1.xml" Id="R1414cc3a2db44b46" /><Relationship Type="http://schemas.openxmlformats.org/officeDocument/2006/relationships/presProps" Target="/ppt/presProps.xml" Id="R14f28900b5d9489b" /><Relationship Type="http://schemas.openxmlformats.org/officeDocument/2006/relationships/tableStyles" Target="/ppt/tableStyles.xml" Id="Rf06e2e92443d4d89" /><Relationship Type="http://schemas.openxmlformats.org/officeDocument/2006/relationships/slide" Target="/ppt/slides/slide1.xml" Id="R5bd60b4482374f01" /><Relationship Type="http://schemas.openxmlformats.org/officeDocument/2006/relationships/slide" Target="/ppt/slides/slide2.xml" Id="Rfb8f6cb14bf44326" /><Relationship Type="http://schemas.openxmlformats.org/officeDocument/2006/relationships/slide" Target="/ppt/slides/slide3.xml" Id="R0b345f0dc1ee4ea3" /><Relationship Type="http://schemas.openxmlformats.org/officeDocument/2006/relationships/slide" Target="/ppt/slides/slide4.xml" Id="R8779bda94d8041de" /><Relationship Type="http://schemas.openxmlformats.org/officeDocument/2006/relationships/slide" Target="/ppt/slides/slide5.xml" Id="R4d6c0362a2b346dc" /><Relationship Type="http://schemas.openxmlformats.org/officeDocument/2006/relationships/slide" Target="/ppt/slides/slide6.xml" Id="R9f4db5fb880346c9" /><Relationship Type="http://schemas.openxmlformats.org/officeDocument/2006/relationships/slide" Target="/ppt/slides/slide7.xml" Id="R4957b77816ac4679" /><Relationship Type="http://schemas.openxmlformats.org/officeDocument/2006/relationships/slide" Target="/ppt/slides/slide8.xml" Id="R4ddf2a5f99f4410b" /><Relationship Type="http://schemas.openxmlformats.org/officeDocument/2006/relationships/slide" Target="/ppt/slides/slide9.xml" Id="R17b70ab511f14877" /><Relationship Type="http://schemas.openxmlformats.org/officeDocument/2006/relationships/slide" Target="/ppt/slides/slide10.xml" Id="Rc3d0610aaa6547aa" /><Relationship Type="http://schemas.openxmlformats.org/officeDocument/2006/relationships/slide" Target="/ppt/slides/slide11.xml" Id="R959417ea8d304385" /><Relationship Type="http://schemas.openxmlformats.org/officeDocument/2006/relationships/slide" Target="/ppt/slides/slide12.xml" Id="Rc554ccef590e4d14" /><Relationship Type="http://schemas.openxmlformats.org/officeDocument/2006/relationships/slide" Target="/ppt/slides/slide13.xml" Id="R3e4152c6b5c44f77" /><Relationship Type="http://schemas.openxmlformats.org/officeDocument/2006/relationships/slide" Target="/ppt/slides/slide14.xml" Id="R94f19935ddef4bc2" /><Relationship Type="http://schemas.openxmlformats.org/officeDocument/2006/relationships/slide" Target="/ppt/slides/slide15.xml" Id="Rc31beac864ee426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d2242d8971149c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00aa7fd7984405" /><Relationship Type="http://schemas.openxmlformats.org/officeDocument/2006/relationships/notesMaster" Target="/ppt/notesMasters/notesMaster1.xml" Id="R3ae7e4d0fd17450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e6f0d587546405f" /><Relationship Type="http://schemas.openxmlformats.org/officeDocument/2006/relationships/notesMaster" Target="/ppt/notesMasters/notesMaster1.xml" Id="R28e80c312afe4c4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ebb1a4031af43ec" /><Relationship Type="http://schemas.openxmlformats.org/officeDocument/2006/relationships/notesMaster" Target="/ppt/notesMasters/notesMaster1.xml" Id="R5cf640ece60f45f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9f6883866054ffa" /><Relationship Type="http://schemas.openxmlformats.org/officeDocument/2006/relationships/notesMaster" Target="/ppt/notesMasters/notesMaster1.xml" Id="R1c3d8069fa8f40e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432f56efc1746fd" /><Relationship Type="http://schemas.openxmlformats.org/officeDocument/2006/relationships/notesMaster" Target="/ppt/notesMasters/notesMaster1.xml" Id="R1afde8082103431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064cc7165954681" /><Relationship Type="http://schemas.openxmlformats.org/officeDocument/2006/relationships/notesMaster" Target="/ppt/notesMasters/notesMaster1.xml" Id="R1ac0b3b469ee4ec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b089d5a20334b3c" /><Relationship Type="http://schemas.openxmlformats.org/officeDocument/2006/relationships/notesMaster" Target="/ppt/notesMasters/notesMaster1.xml" Id="R31d192cdadd1430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c0258c07ddf4376" /><Relationship Type="http://schemas.openxmlformats.org/officeDocument/2006/relationships/notesMaster" Target="/ppt/notesMasters/notesMaster1.xml" Id="R2928e1f3cf37445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dc99a6103814b36" /><Relationship Type="http://schemas.openxmlformats.org/officeDocument/2006/relationships/notesMaster" Target="/ppt/notesMasters/notesMaster1.xml" Id="R40388bf8e12c4f2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4b3fcd66a2244e4" /><Relationship Type="http://schemas.openxmlformats.org/officeDocument/2006/relationships/notesMaster" Target="/ppt/notesMasters/notesMaster1.xml" Id="Rc861a3f95496493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bbf7ab4485c4eec" /><Relationship Type="http://schemas.openxmlformats.org/officeDocument/2006/relationships/notesMaster" Target="/ppt/notesMasters/notesMaster1.xml" Id="R09370451ac694f8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41c009aa30644a0" /><Relationship Type="http://schemas.openxmlformats.org/officeDocument/2006/relationships/notesMaster" Target="/ppt/notesMasters/notesMaster1.xml" Id="R5c55b547433144b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aebf85925734a54" /><Relationship Type="http://schemas.openxmlformats.org/officeDocument/2006/relationships/notesMaster" Target="/ppt/notesMasters/notesMaster1.xml" Id="R1265c650b1f34ea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416f8c32aa64078" /><Relationship Type="http://schemas.openxmlformats.org/officeDocument/2006/relationships/notesMaster" Target="/ppt/notesMasters/notesMaster1.xml" Id="Rb07c3b124fba4e0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4775b913f48487d" /><Relationship Type="http://schemas.openxmlformats.org/officeDocument/2006/relationships/notesMaster" Target="/ppt/notesMasters/notesMaster1.xml" Id="R1e56e2499cf448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fa912ba909478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9a95d71e66c46c1" /><Relationship Type="http://schemas.openxmlformats.org/officeDocument/2006/relationships/slideLayout" Target="/ppt/slideLayouts/slideLayout1.xml" Id="R767e4c919eb9423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67e4c919eb9423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0c4a9193174557" /><Relationship Type="http://schemas.openxmlformats.org/officeDocument/2006/relationships/image" Target="/ppt/media/image.bin" Id="R0c3cf6eae1334b90" /><Relationship Type="http://schemas.openxmlformats.org/officeDocument/2006/relationships/notesSlide" Target="/ppt/notesSlides/notesSlide1.xml" Id="R654c3daf35414e7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a97a69b8f049b4" /><Relationship Type="http://schemas.openxmlformats.org/officeDocument/2006/relationships/notesSlide" Target="/ppt/notesSlides/notesSlide2.xml" Id="R020b273a33ec454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3c4ce441194784" /><Relationship Type="http://schemas.openxmlformats.org/officeDocument/2006/relationships/notesSlide" Target="/ppt/notesSlides/notesSlide3.xml" Id="Reaa238c6517c4b6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eb48f10826498c" /><Relationship Type="http://schemas.openxmlformats.org/officeDocument/2006/relationships/notesSlide" Target="/ppt/notesSlides/notesSlide4.xml" Id="R1a04702e02a24b4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2d35017a0a4434" /><Relationship Type="http://schemas.openxmlformats.org/officeDocument/2006/relationships/notesSlide" Target="/ppt/notesSlides/notesSlide5.xml" Id="Rd111e5fb38734ba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a1b6f2277f4a1d" /><Relationship Type="http://schemas.openxmlformats.org/officeDocument/2006/relationships/notesSlide" Target="/ppt/notesSlides/notesSlide6.xml" Id="R655dc7bd5f85419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d6288af0494f61" /><Relationship Type="http://schemas.openxmlformats.org/officeDocument/2006/relationships/notesSlide" Target="/ppt/notesSlides/notesSlide7.xml" Id="Rfdbedd5d277a479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b0495926be477e" /><Relationship Type="http://schemas.openxmlformats.org/officeDocument/2006/relationships/notesSlide" Target="/ppt/notesSlides/notesSlide8.xml" Id="R0e7a9487854041c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6da0e4e4534cdc" /><Relationship Type="http://schemas.openxmlformats.org/officeDocument/2006/relationships/notesSlide" Target="/ppt/notesSlides/notesSlide9.xml" Id="Rc7c2b4c8bbc94fd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ceae5b496e4d91" /><Relationship Type="http://schemas.openxmlformats.org/officeDocument/2006/relationships/notesSlide" Target="/ppt/notesSlides/notesSlide10.xml" Id="R32c81b0b7ed7494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16609db1b24a76" /><Relationship Type="http://schemas.openxmlformats.org/officeDocument/2006/relationships/notesSlide" Target="/ppt/notesSlides/notesSlide11.xml" Id="R1e3fc686fbb7438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842ff4c21d41e9" /><Relationship Type="http://schemas.openxmlformats.org/officeDocument/2006/relationships/notesSlide" Target="/ppt/notesSlides/notesSlide12.xml" Id="R5a2a32a20d8a449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46ca471d3749f0" /><Relationship Type="http://schemas.openxmlformats.org/officeDocument/2006/relationships/notesSlide" Target="/ppt/notesSlides/notesSlide13.xml" Id="R6ab7dd4823634ef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cfdc0064854a71" /><Relationship Type="http://schemas.openxmlformats.org/officeDocument/2006/relationships/notesSlide" Target="/ppt/notesSlides/notesSlide14.xml" Id="R0f22783287e34ec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dcbc0814a1416f" /><Relationship Type="http://schemas.openxmlformats.org/officeDocument/2006/relationships/notesSlide" Target="/ppt/notesSlides/notesSlide15.xml" Id="Rf255b342985c47d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31B6B8-22E4-44BA-8671-D59FB572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9AD57B-939E-4693-A3AE-B944B3E2E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858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657E8"/>
                </a:solidFill>
              </a:defRPr>
            </a:pPr>
            <a:r>
              <a:rPr sz="1350" b="1">
                <a:solidFill>
                  <a:srgbClr val="6657E8"/>
                </a:solidFill>
              </a:rPr>
              <a:t>AI 활용 개발 · 입문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FBB1C4-2D58-4E44-87F1-13C25A74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14450"/>
            <a:ext cx="54292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82235"/>
                </a:solidFill>
              </a:defRPr>
            </a:pPr>
            <a:r>
              <a:rPr sz="3900" b="1">
                <a:solidFill>
                  <a:srgbClr val="182235"/>
                </a:solidFill>
              </a:rPr>
              <a:t>Codex에 정확하게 요청하기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5A5519-874A-441A-BA66-DA6C74E4B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38500"/>
            <a:ext cx="5143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657083"/>
                </a:solidFill>
              </a:defRPr>
            </a:pPr>
            <a:r>
              <a:rPr sz="1800">
                <a:solidFill>
                  <a:srgbClr val="657083"/>
                </a:solidFill>
              </a:rPr>
              <a:t>수정 위치와 원하는 결과, 유지할 기능을 전달합니다.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9A72CE-10E3-4435-97AF-593FA859D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22669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50C27B-BDF7-417E-882D-E4F3092E8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924425"/>
            <a:ext cx="2266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약 20분 학습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3cf6eae1334b90"/>
          <a:srcRect xmlns:a="http://schemas.openxmlformats.org/drawingml/2006/main" l="17949" t="0" r="1794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0" y="857250"/>
            <a:ext cx="4762500" cy="4953000"/>
          </a:xfrm>
          <a:prstGeom xmlns:a="http://schemas.openxmlformats.org/drawingml/2006/main" prst="roundRect">
            <a:avLst>
              <a:gd name="adj" fmla="val 3200"/>
            </a:avLst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912847-3BA6-43FD-8B0D-4F024EDEB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19825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57083"/>
                </a:solidFill>
              </a:defRPr>
            </a:pPr>
            <a:r>
              <a:rPr sz="1125">
                <a:solidFill>
                  <a:srgbClr val="657083"/>
                </a:solidFill>
              </a:rPr>
              <a:t>EDU 웹개발 교육 플랫폼</a:t>
            </a:r>
          </a:p>
        </p:txBody>
      </p:sp>
    </p:spTree>
    <p:extLst>
      <p:ext uri="{BB962C8B-B14F-4D97-AF65-F5344CB8AC3E}">
        <p14:creationId xmlns:p14="http://schemas.microsoft.com/office/powerpoint/2010/main" val="19050974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1A2B43-0179-45B7-A15C-1B16DB2BB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C41328-EA9F-49EF-A262-EE23934EF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오늘은 이것을 할 수 있게 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E95E0F-7854-49D7-A5B5-32014D86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6CE51F-D9AD-4572-A1E1-F7DEBC844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7162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DA9DB0-902F-431A-BF17-54EB12D1D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6687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21BE9E-334F-4E90-B3E1-0AAEA540F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60972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작업 범위를 작성합니다.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8101D9-AD6B-4B25-829D-1C86BA517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4317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70BB1C-0D01-470A-B040-03BEFDF67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3842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820814-7763-4086-AFDC-3B24BC34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58127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확인 방법을 포함합니다.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9101C3-4D54-4BFC-A1DC-DE6B36FFF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686300"/>
            <a:ext cx="3143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E24977-B269-4977-867F-C58FC5518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895850"/>
            <a:ext cx="2552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A8493B"/>
                </a:solidFill>
              </a:defRPr>
            </a:pPr>
            <a:r>
              <a:rPr sz="1500" b="1">
                <a:solidFill>
                  <a:srgbClr val="A8493B"/>
                </a:solidFill>
              </a:rPr>
              <a:t>외우기보다 직접 실행하고</a:t>
            </a:r>
          </a:p>
          <a:p xmlns:a="http://schemas.openxmlformats.org/drawingml/2006/main">
            <a:pPr algn="ctr">
              <a:defRPr sz="1500" b="1">
                <a:solidFill>
                  <a:srgbClr val="A8493B"/>
                </a:solidFill>
              </a:defRPr>
            </a:pPr>
            <a:r>
              <a:rPr sz="1500" b="1">
                <a:solidFill>
                  <a:srgbClr val="A8493B"/>
                </a:solidFill>
              </a:rPr>
              <a:t>바뀐 결과를 확인하세요.</a:t>
            </a:r>
          </a:p>
        </p:txBody>
      </p:sp>
    </p:spTree>
    <p:extLst>
      <p:ext uri="{BB962C8B-B14F-4D97-AF65-F5344CB8AC3E}">
        <p14:creationId xmlns:p14="http://schemas.microsoft.com/office/powerpoint/2010/main" val="18770535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D616A4-D6C9-4611-A4C1-794A7E2DF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F1D08B-4DBF-41B2-87DF-DB61BFCCE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생활 속 비유로 먼저 이해해요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3A09E7C-54DD-4554-80A7-536BE47D6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A41237-6075-4345-A82E-C0C6073F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B3CB9D-415A-4D2A-9014-32CD8BF47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952625"/>
            <a:ext cx="9906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>
                <a:solidFill>
                  <a:srgbClr val="182235"/>
                </a:solidFill>
              </a:defRPr>
            </a:pPr>
            <a:r>
              <a:rPr sz="2100">
                <a:solidFill>
                  <a:srgbClr val="182235"/>
                </a:solidFill>
              </a:rPr>
              <a:t>좋은 요청서는 작업자에게 주는 안내문입니다. 무엇을 만들지, 무엇은 건드리지 않을지, 어떻게 확인할지를 적습니다.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75655-D4F0-4C01-80E2-25008A6C9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1970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한 문장으로 말해보기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DB8E35-5BEB-4C4C-BBC6-45C1D8F5D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162550"/>
            <a:ext cx="7143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작업 범위를 작성합니다.</a:t>
            </a:r>
          </a:p>
        </p:txBody>
      </p:sp>
    </p:spTree>
    <p:extLst>
      <p:ext uri="{BB962C8B-B14F-4D97-AF65-F5344CB8AC3E}">
        <p14:creationId xmlns:p14="http://schemas.microsoft.com/office/powerpoint/2010/main" val="3548920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B504AD-96FC-40F3-98E1-37AB256B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8D9F0A-A034-443C-AE82-5AC324FE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작동 순서는 네 단계면 충분합니다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0DCFFE-B656-4177-9A7D-BE6E76D1D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C6E3FC-9445-41E3-A355-EC7082909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668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F87808-1697-4632-A485-D7D6A1D80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4AB1C5-3C96-4198-BA23-97F95D5EC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5049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기능 하나를 고릅니다.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B910BF-898E-4BB6-89B7-3F61F6E76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384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CDCB0E-65E0-4850-8EF3-783709375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336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C5F2558-CB87-4583-90CB-DEA48C08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765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위치를 적습니다.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8FB0D2-ED5B-464C-AFEF-9E64496DF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099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5C163C-96E4-45E5-977F-827D27C58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052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148249-2716-4969-B4B7-F2D715E93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4480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유지할 기능을 적습니다.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B3C05A-1DAB-404C-BC17-21FE087DE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815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03BC16-FA8F-46E2-B04F-3535378C3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C37BEF-F0AC-4BCD-AB2A-95B698A33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4196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테스트를 요청합니다.</a:t>
            </a:r>
          </a:p>
        </p:txBody>
      </p:sp>
    </p:spTree>
    <p:extLst>
      <p:ext uri="{BB962C8B-B14F-4D97-AF65-F5344CB8AC3E}">
        <p14:creationId xmlns:p14="http://schemas.microsoft.com/office/powerpoint/2010/main" val="85568808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6CDA1D-CAA5-45D7-96E5-BAC51DA90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AEDAA3-A5D8-43EA-BC44-DB0A2DCF5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예제 코드를 한 줄씩 살펴보세요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CB99D3-3005-432E-8FFE-42AE92F9E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F857B2-3C6F-48DD-932B-E1077B31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10820400" cy="409575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F4F6FA"/>
          </a:solidFill>
          <a:ln xmlns:a="http://schemas.openxmlformats.org/drawingml/2006/main" w="9525">
            <a:solidFill>
              <a:srgbClr val="E4E7F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83BEC8-C8AF-4FD4-BD87-FC4454D2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5430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6657E8"/>
                </a:solidFill>
              </a:defRPr>
            </a:pPr>
            <a:r>
              <a:rPr sz="1275" b="1">
                <a:solidFill>
                  <a:srgbClr val="6657E8"/>
                </a:solidFill>
              </a:rPr>
              <a:t>요청문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DC4C37-4E81-4469-9099-518E352FE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047875"/>
            <a:ext cx="101346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24304A"/>
                </a:solidFill>
              </a:defRPr>
            </a:pPr>
            <a:r>
              <a:rPr sz="1425">
                <a:solidFill>
                  <a:srgbClr val="24304A"/>
                </a:solidFill>
              </a:rPr>
              <a:t>교육자료 카드에 찜 버튼을 추가해줘.</a:t>
            </a:r>
          </a:p>
          <a:p xmlns:a="http://schemas.openxmlformats.org/drawingml/2006/main">
            <a:pPr>
              <a:defRPr sz="1425">
                <a:solidFill>
                  <a:srgbClr val="24304A"/>
                </a:solidFill>
              </a:defRPr>
            </a:pPr>
            <a:r>
              <a:rPr sz="1425">
                <a:solidFill>
                  <a:srgbClr val="24304A"/>
                </a:solidFill>
              </a:rPr>
              <a:t>기존 검색과 Supabase 기능은 유지해줘.</a:t>
            </a:r>
          </a:p>
          <a:p xmlns:a="http://schemas.openxmlformats.org/drawingml/2006/main">
            <a:pPr>
              <a:defRPr sz="1425">
                <a:solidFill>
                  <a:srgbClr val="24304A"/>
                </a:solidFill>
              </a:defRPr>
            </a:pPr>
            <a:r>
              <a:rPr sz="1425">
                <a:solidFill>
                  <a:srgbClr val="24304A"/>
                </a:solidFill>
              </a:rPr>
              <a:t>수정 후 빌드해줘.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9B076C-D6E2-4DFF-B053-15AECCD9A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7340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57083"/>
                </a:solidFill>
              </a:defRPr>
            </a:pPr>
            <a:r>
              <a:rPr sz="1425">
                <a:solidFill>
                  <a:srgbClr val="657083"/>
                </a:solidFill>
              </a:rPr>
              <a:t>처음에는 그대로 실행하고, 문장이나 숫자 하나만 바꿔 보세요.</a:t>
            </a:r>
          </a:p>
        </p:txBody>
      </p:sp>
    </p:spTree>
    <p:extLst>
      <p:ext uri="{BB962C8B-B14F-4D97-AF65-F5344CB8AC3E}">
        <p14:creationId xmlns:p14="http://schemas.microsoft.com/office/powerpoint/2010/main" val="206519442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94A6E4-3E92-470C-8A5E-884575AC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4B2D34-7D4F-42FA-B723-0C8456547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10분 실습은 작은 성공을 만드는 시간입니다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19A24C-404F-4B8A-8F3C-5D1D3E775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9A697B-E08D-489C-A711-FC4B2A3A5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097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27F5DA-4636-4A85-97C5-423B218B0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049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696796-14FA-450B-9010-1FDC5F0A2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4478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기능 하나를 고릅니다.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55A6C0-7633-49C3-8328-75C862B6E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812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393E01-2BF1-4CD1-8EEA-77224EC3C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CB0DA2-7722-4F12-8FC4-24F27960C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193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위치를 적습니다.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CEB6AB-D360-4F20-B07E-C475228F4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528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F01EFA-5408-4666-A16F-FADD32EE0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E4F013-F9CC-4113-8032-DCA8ABFAD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3909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유지할 기능을 적습니다.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8EB3C2-8F2F-46AD-A046-1C5F425B1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243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81D607-C266-4D67-BC58-320948AC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96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4A3E72-216B-4C62-878B-F1E5C4E0F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624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테스트를 요청합니다.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93C243-47DD-4A9B-B502-4E16166C6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295900"/>
            <a:ext cx="33337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57C7A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89E472-2EF2-4D35-B9DD-1FAF51DAF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457825"/>
            <a:ext cx="2952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완료: 화면에서 결과 확인</a:t>
            </a:r>
          </a:p>
        </p:txBody>
      </p:sp>
    </p:spTree>
    <p:extLst>
      <p:ext uri="{BB962C8B-B14F-4D97-AF65-F5344CB8AC3E}">
        <p14:creationId xmlns:p14="http://schemas.microsoft.com/office/powerpoint/2010/main" val="111011329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D60B4C-E7A2-4D51-B3AD-803A0F02B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9DE8CE-D81E-42E3-AB94-8C0E58D28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Codex에는 이렇게 요청하세요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AAFA78-AC1D-4CAC-A303-9E34DDC67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BE2DEC-9D46-4F46-BE1D-8B4C86091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08204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AF7589-616D-432B-B412-A26446638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52625"/>
            <a:ext cx="99441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403A84"/>
                </a:solidFill>
              </a:defRPr>
            </a:pPr>
            <a:r>
              <a:rPr sz="2025" b="1">
                <a:solidFill>
                  <a:srgbClr val="403A84"/>
                </a:solidFill>
              </a:rPr>
              <a:t>“내 요청문에서 모호한 표현을 찾아 실행 가능한 요청서로 고쳐줘.”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C29E86-8802-43DD-9AB5-AD922C8B5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95875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좋은 요청의 세 가지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24EE26-A6E4-41B3-BBDD-8B15A2B4A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057775"/>
            <a:ext cx="742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① 바꿀 대상  ② 유지할 기능  ③ 확인 방법</a:t>
            </a:r>
          </a:p>
        </p:txBody>
      </p:sp>
    </p:spTree>
    <p:extLst>
      <p:ext uri="{BB962C8B-B14F-4D97-AF65-F5344CB8AC3E}">
        <p14:creationId xmlns:p14="http://schemas.microsoft.com/office/powerpoint/2010/main" val="3651976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4F7A14-8BF8-4816-866F-3B162D32C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233C26-3A90-49CE-9EB4-BE851CB0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직접 확인하면 오늘 학습이 완성됩니다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EC857C-8648-4781-9F01-44614D965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3A1906-3ABF-43D6-A975-B904B1C31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7637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D84D5E-FE9D-42C8-A969-57D8C05CA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7162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7B6B"/>
                </a:solidFill>
              </a:defRPr>
            </a:pPr>
            <a:r>
              <a:rPr sz="1500" b="1">
                <a:solidFill>
                  <a:srgbClr val="FF7B6B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6E6147-25AD-44F5-89E9-67C08FC2A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51447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한 기능만 요청했나요?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704535-9DF1-4466-9518-BA614A90F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4792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9669A4-947C-480B-A127-3A9A8EF5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4317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7B6B"/>
                </a:solidFill>
              </a:defRPr>
            </a:pPr>
            <a:r>
              <a:rPr sz="1500" b="1">
                <a:solidFill>
                  <a:srgbClr val="FF7B6B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356889-415D-4F89-8FE1-8C63481CA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8602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유지 범위와 테스트를 적었나요?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39788D-ADB7-473C-9DBA-4168B4C54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8204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277A45-FA53-4AC9-A22C-6A1DF2163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0673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6755F"/>
                </a:solidFill>
              </a:defRPr>
            </a:pPr>
            <a:r>
              <a:rPr sz="1425" b="1">
                <a:solidFill>
                  <a:srgbClr val="26755F"/>
                </a:solidFill>
              </a:rPr>
              <a:t>관련 교육 프로그램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EC5B01-2F38-48C2-A69B-FD0B9D123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00062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82235"/>
                </a:solidFill>
              </a:defRPr>
            </a:pPr>
            <a:r>
              <a:rPr sz="1875" b="1">
                <a:solidFill>
                  <a:srgbClr val="182235"/>
                </a:solidFill>
              </a:rPr>
              <a:t>Codex로 첫 웹서비스 만들기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184DC2-229B-4167-9BBA-156EF9368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505450"/>
            <a:ext cx="952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57083"/>
                </a:solidFill>
              </a:defRPr>
            </a:pPr>
            <a:r>
              <a:rPr sz="1275">
                <a:solidFill>
                  <a:srgbClr val="657083"/>
                </a:solidFill>
              </a:rPr>
              <a:t>홈페이지에서 학습 완료를 표시하고 다음 자료로 이어가세요.</a:t>
            </a:r>
          </a:p>
        </p:txBody>
      </p:sp>
    </p:spTree>
    <p:extLst>
      <p:ext uri="{BB962C8B-B14F-4D97-AF65-F5344CB8AC3E}">
        <p14:creationId xmlns:p14="http://schemas.microsoft.com/office/powerpoint/2010/main" val="108792529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2D54B30-4C86-4710-8EC3-658FFE371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EEB416A-DF69-4A57-AF38-8BA56C56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왜 배우는지 알면 실습 방향이 보입니다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D396B8-01E9-4426-9349-A1A2A6F43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829B44-B81F-4C92-A43B-A577A9002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206F53-5B76-44F9-89BC-92778F7AD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62125"/>
            <a:ext cx="10058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182235"/>
                </a:solidFill>
              </a:defRPr>
            </a:pPr>
            <a:r>
              <a:rPr sz="1875">
                <a:solidFill>
                  <a:srgbClr val="182235"/>
                </a:solidFill>
              </a:rPr>
              <a:t>AI는 마음을 읽지 못합니다. 위치, 목표, 유지 범위와 확인 방법이 분명할수록 결과가 정확하고 안전해집니다.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94BD4-5B73-4625-9689-3DE06B750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147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6657E8"/>
                </a:solidFill>
              </a:defRPr>
            </a:pPr>
            <a:r>
              <a:rPr sz="1575" b="1">
                <a:solidFill>
                  <a:srgbClr val="6657E8"/>
                </a:solidFill>
              </a:rPr>
              <a:t>오늘 완성할 결과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205DD2-2793-478F-82D4-D6590510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191000"/>
            <a:ext cx="1009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82235"/>
                </a:solidFill>
              </a:defRPr>
            </a:pPr>
            <a:r>
              <a:rPr sz="2025" b="1">
                <a:solidFill>
                  <a:srgbClr val="182235"/>
                </a:solidFill>
              </a:rPr>
              <a:t>한 번에 실행할 수 있고 완료 여부를 확인할 수 있는 개발 요청서를 작성합니다.</a:t>
            </a:r>
          </a:p>
        </p:txBody>
      </p:sp>
    </p:spTree>
    <p:extLst>
      <p:ext uri="{BB962C8B-B14F-4D97-AF65-F5344CB8AC3E}">
        <p14:creationId xmlns:p14="http://schemas.microsoft.com/office/powerpoint/2010/main" val="5684630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B1C5E4-6FA6-4FFC-9EA2-86EA6C1EB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03CC46-E5EB-41C4-A515-EBBE10591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준비가 끝나면 실습이 훨씬 편해집니다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949275-9F32-40B9-9E1F-687D16261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1E50CD-6148-484C-BA92-95119FBEB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2875C9-799C-4D3A-86EC-9324675BC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240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0D5404-345B-4D20-BA6D-82AFB12A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4668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프로젝트의 정확한 폴더 경로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2A218A-F066-4B52-945E-535643CE4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003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81628C-C932-4887-BBCD-2D05998EF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955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6AC737-1E5E-466A-A859-B93458FD7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4384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현재 화면 또는 오류 내용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3E7D2C-E43E-4C25-B22B-178A716A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7185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44E0C-1F20-4143-A8B2-CE4697A9F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671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0151C5-2B5F-44B2-98F7-0804CE595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40995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유지할 기능 목록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F5D28A-413F-407C-9199-53EB5FEB4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43400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0CB6B06-E41B-4CB0-B948-08720D4D8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3865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57C7A5"/>
                </a:solidFill>
              </a:defRPr>
            </a:pPr>
            <a:r>
              <a:rPr sz="1500" b="1">
                <a:solidFill>
                  <a:srgbClr val="57C7A5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D7F758-CB38-4695-AF5C-DAD149214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381500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원하는 결과 한 가지</a:t>
            </a:r>
          </a:p>
        </p:txBody>
      </p:sp>
    </p:spTree>
    <p:extLst>
      <p:ext uri="{BB962C8B-B14F-4D97-AF65-F5344CB8AC3E}">
        <p14:creationId xmlns:p14="http://schemas.microsoft.com/office/powerpoint/2010/main" val="90647467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F7D3FF-71CA-432A-96F3-3C88844E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9274FB-A428-4BF2-A051-2A336D84B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코드의 역할을 하나씩 연결해 보세요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1534E8-88F0-4416-9B15-4D0796D8F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6B05F4-A3FA-4204-A444-53750EBE7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6657E8"/>
                </a:solidFill>
              </a:defRPr>
            </a:pPr>
            <a:r>
              <a:rPr sz="1725" b="1">
                <a:solidFill>
                  <a:srgbClr val="6657E8"/>
                </a:solidFill>
              </a:rPr>
              <a:t>작업 위치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FC957B-8457-4867-9741-C11D0D14F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428750"/>
            <a:ext cx="742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다른 프로젝트를 건드리지 않도록 폴더를 적습니다.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77B3E3-4E1E-43FD-9C43-F873B86A9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2412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6657E8"/>
                </a:solidFill>
              </a:defRPr>
            </a:pPr>
            <a:r>
              <a:rPr sz="1725" b="1">
                <a:solidFill>
                  <a:srgbClr val="6657E8"/>
                </a:solidFill>
              </a:rPr>
              <a:t>구현 범위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4A6F3C-6052-4F2F-9BB1-8AD7D1F69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524125"/>
            <a:ext cx="742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이번에 만들 한 가지 결과를 씁니다.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9E28EC-A0D5-4DBA-AF25-8BA491C5B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1950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6657E8"/>
                </a:solidFill>
              </a:defRPr>
            </a:pPr>
            <a:r>
              <a:rPr sz="1725" b="1">
                <a:solidFill>
                  <a:srgbClr val="6657E8"/>
                </a:solidFill>
              </a:rPr>
              <a:t>제외 범위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F07960-4A8E-4D79-ADBE-AFBA1A457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619500"/>
            <a:ext cx="742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아직 만들지 않을 기능을 정합니다.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F1C4DE-3BF9-4592-A962-7BED5BE6D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14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6657E8"/>
                </a:solidFill>
              </a:defRPr>
            </a:pPr>
            <a:r>
              <a:rPr sz="1725" b="1">
                <a:solidFill>
                  <a:srgbClr val="6657E8"/>
                </a:solidFill>
              </a:rPr>
              <a:t>완료 확인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6B6B8A-993D-4042-BDA9-7C8736CA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714875"/>
            <a:ext cx="7429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82235"/>
                </a:solidFill>
              </a:defRPr>
            </a:pPr>
            <a:r>
              <a:rPr sz="1650">
                <a:solidFill>
                  <a:srgbClr val="182235"/>
                </a:solidFill>
              </a:rPr>
              <a:t>빌드와 화면에서 확인할 항목을 적습니다.</a:t>
            </a:r>
          </a:p>
        </p:txBody>
      </p:sp>
    </p:spTree>
    <p:extLst>
      <p:ext uri="{BB962C8B-B14F-4D97-AF65-F5344CB8AC3E}">
        <p14:creationId xmlns:p14="http://schemas.microsoft.com/office/powerpoint/2010/main" val="169093501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ECBBE4-A158-4187-A43A-5D90E07FC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063DCD-D8B0-4C4D-9CCB-73F6E32E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오류는 첫 문장부터 차례로 해결합니다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F8E719-F962-4B20-A715-50801D5E6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8A21C4-F4BE-4C9C-89DF-32F1CBCD1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107442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24E99A-B61D-4371-972B-25FDE1538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621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8493B"/>
                </a:solidFill>
              </a:defRPr>
            </a:pPr>
            <a:r>
              <a:rPr sz="1650" b="1">
                <a:solidFill>
                  <a:srgbClr val="A8493B"/>
                </a:solidFill>
              </a:rPr>
              <a:t>요청이 너무 커요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182217-6106-47BF-A56F-A38C14DB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495425"/>
            <a:ext cx="695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82235"/>
                </a:solidFill>
              </a:defRPr>
            </a:pPr>
            <a:r>
              <a:rPr sz="1575">
                <a:solidFill>
                  <a:srgbClr val="182235"/>
                </a:solidFill>
              </a:rPr>
              <a:t>하루에 확인 가능한 기능 한 묶음으로 줄입니다.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E29B65-25BC-4079-A083-F501ABA37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107442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D82E88-A6C0-4133-9D75-19C4DC66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6755F"/>
                </a:solidFill>
              </a:defRPr>
            </a:pPr>
            <a:r>
              <a:rPr sz="1650" b="1">
                <a:solidFill>
                  <a:srgbClr val="26755F"/>
                </a:solidFill>
              </a:rPr>
              <a:t>기존 기능이 사라졌어요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437C31-DD81-402B-9DD1-347D1156E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24175"/>
            <a:ext cx="695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82235"/>
                </a:solidFill>
              </a:defRPr>
            </a:pPr>
            <a:r>
              <a:rPr sz="1575">
                <a:solidFill>
                  <a:srgbClr val="182235"/>
                </a:solidFill>
              </a:rPr>
              <a:t>유지할 화면과 기능을 요청문에 명시합니다.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DBB1D7-9B86-4FDD-BCC5-F0C12C691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91000"/>
            <a:ext cx="1074420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0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5E6C80-9D2D-4E12-8BC9-C42C3A53D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1960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8493B"/>
                </a:solidFill>
              </a:defRPr>
            </a:pPr>
            <a:r>
              <a:rPr sz="1650" b="1">
                <a:solidFill>
                  <a:srgbClr val="A8493B"/>
                </a:solidFill>
              </a:rPr>
              <a:t>완료 여부를 모르겠어요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B635C7-9262-429E-9E3D-982D6120C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352925"/>
            <a:ext cx="6953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82235"/>
                </a:solidFill>
              </a:defRPr>
            </a:pPr>
            <a:r>
              <a:rPr sz="1575">
                <a:solidFill>
                  <a:srgbClr val="182235"/>
                </a:solidFill>
              </a:rPr>
              <a:t>명령과 화면 테스트 결과를 보고하도록 요청합니다.</a:t>
            </a:r>
          </a:p>
        </p:txBody>
      </p:sp>
    </p:spTree>
    <p:extLst>
      <p:ext uri="{BB962C8B-B14F-4D97-AF65-F5344CB8AC3E}">
        <p14:creationId xmlns:p14="http://schemas.microsoft.com/office/powerpoint/2010/main" val="88401223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14FEC3-BE79-4259-A991-3B6ED8810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256225-A61D-4F6F-B6B2-F94EFC2E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상황에 맞는 Codex 요청문을 골라 쓰세요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578171-4CE6-4CE3-B30A-A4F6F6AF6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B6011D-BAAE-407D-B7B6-8D7DF27D6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8112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EAF31A-017B-4F22-BA42-4A6933CE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7637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06267B-AC57-4CB2-9BF9-41B4525B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41922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내 요청에서 모호한 표현을 찾아 질문 없이 실행 가능한 문장으로 고쳐줘.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D9F32C-2594-4E31-988F-019100022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5267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1F9C61-8075-4EA3-A4E8-913326CC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4792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A56BDE-9FE9-4DCE-88D5-1E4CC4416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39077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기존 기능 유지, 수정 파일 보고, 빌드 확인을 포함한 요청서로 정리해줘.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67CEB0-A16E-48EE-83B5-535C6E8D9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24225"/>
            <a:ext cx="51435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EEEAF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0FFBA3-3A85-4AFF-B521-BDC74F668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19475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7E8"/>
                </a:solidFill>
              </a:defRPr>
            </a:pPr>
            <a:r>
              <a:rPr sz="1500" b="1">
                <a:solidFill>
                  <a:srgbClr val="6657E8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4393EE-FED0-448A-8400-90A55345F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362325"/>
            <a:ext cx="9239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82235"/>
                </a:solidFill>
              </a:defRPr>
            </a:pPr>
            <a:r>
              <a:rPr sz="1800">
                <a:solidFill>
                  <a:srgbClr val="182235"/>
                </a:solidFill>
              </a:rPr>
              <a:t>이 작업을 초보자가 확인할 수 있는 완료 기준 5개로 바꿔줘.</a:t>
            </a:r>
          </a:p>
        </p:txBody>
      </p:sp>
    </p:spTree>
    <p:extLst>
      <p:ext uri="{BB962C8B-B14F-4D97-AF65-F5344CB8AC3E}">
        <p14:creationId xmlns:p14="http://schemas.microsoft.com/office/powerpoint/2010/main" val="63801009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C6C418-E3A6-47CD-BE03-BFF0FFCFE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78D998-46A9-434D-B923-620DB5F1C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작은 응용이 내 실력으로 바뀌는 순간입니다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D19537F-6271-4B4A-B87D-EF22E4353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2671EB-90D1-41B6-AD40-8371F196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108204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AF8F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EE2F5D-C1B4-4C93-A3BB-4A4C00778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76450"/>
            <a:ext cx="99441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82235"/>
                </a:solidFill>
              </a:defRPr>
            </a:pPr>
            <a:r>
              <a:rPr sz="2175" b="1">
                <a:solidFill>
                  <a:srgbClr val="182235"/>
                </a:solidFill>
              </a:rPr>
              <a:t>현재 EDU 홈페이지에서 바꾸고 싶은 기능 하나를 골라 위치·범위·제외·테스트를 포함한 요청서를 작성하세요.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246C27-12C2-4121-8678-41A854C42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524375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57083"/>
                </a:solidFill>
              </a:defRPr>
            </a:pPr>
            <a:r>
              <a:rPr sz="1650">
                <a:solidFill>
                  <a:srgbClr val="657083"/>
                </a:solidFill>
              </a:rPr>
              <a:t>완성한 뒤 원래 결과와 무엇이 달라졌는지 한 문장으로 설명해 보세요.</a:t>
            </a:r>
          </a:p>
        </p:txBody>
      </p:sp>
    </p:spTree>
    <p:extLst>
      <p:ext uri="{BB962C8B-B14F-4D97-AF65-F5344CB8AC3E}">
        <p14:creationId xmlns:p14="http://schemas.microsoft.com/office/powerpoint/2010/main" val="121188267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39BBA1-245E-45D5-9D07-961644695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657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F6E4B8-E11E-4918-83D4-76EA0904B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09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82235"/>
                </a:solidFill>
              </a:defRPr>
            </a:pPr>
            <a:r>
              <a:rPr sz="2700" b="1">
                <a:solidFill>
                  <a:srgbClr val="182235"/>
                </a:solidFill>
              </a:rPr>
              <a:t>다섯 문제로 오늘 배운 내용을 확인하세요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AB343A-4885-4650-BFA2-BA9841125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419850"/>
            <a:ext cx="1009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657083"/>
                </a:solidFill>
              </a:defRPr>
            </a:pPr>
            <a:r>
              <a:rPr sz="975">
                <a:solidFill>
                  <a:srgbClr val="657083"/>
                </a:solidFill>
              </a:rPr>
              <a:t>EDU 웹개발 교육 플랫폼  ·  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4C4327-4DF4-4DD9-9283-3D7DF6AFC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8587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2235"/>
                </a:solidFill>
              </a:defRPr>
            </a:pPr>
            <a:r>
              <a:rPr sz="1650" b="0">
                <a:solidFill>
                  <a:srgbClr val="182235"/>
                </a:solidFill>
              </a:rPr>
              <a:t>1. 좋은 요청의 첫 정보는?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4DF2AA-9320-4863-AA63-3A7DFB96C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16217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2235"/>
                </a:solidFill>
              </a:defRPr>
            </a:pPr>
            <a:r>
              <a:rPr sz="1650" b="0">
                <a:solidFill>
                  <a:srgbClr val="182235"/>
                </a:solidFill>
              </a:rPr>
              <a:t>2. 유지 범위를 쓰는 이유는?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B7C5A9-373D-454E-96D1-70F699AC2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3847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2235"/>
                </a:solidFill>
              </a:defRPr>
            </a:pPr>
            <a:r>
              <a:rPr sz="1650" b="0">
                <a:solidFill>
                  <a:srgbClr val="182235"/>
                </a:solidFill>
              </a:rPr>
              <a:t>3. 한 번에 몇 기능이 좋은가요?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EFFE59-B2AE-41D1-8567-056DA73E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1477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182235"/>
                </a:solidFill>
              </a:defRPr>
            </a:pPr>
            <a:r>
              <a:rPr sz="1650" b="0">
                <a:solidFill>
                  <a:srgbClr val="182235"/>
                </a:solidFill>
              </a:rPr>
              <a:t>4. 오류 요청에 꼭 넣을 것은?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7B236B-1304-4BDF-87CA-E542C3557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91075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82235"/>
                </a:solidFill>
              </a:defRPr>
            </a:pPr>
            <a:r>
              <a:rPr sz="1650" b="1">
                <a:solidFill>
                  <a:srgbClr val="182235"/>
                </a:solidFill>
              </a:rPr>
              <a:t>5. 완료 기준은?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1503A5-67E1-430F-8B24-6CBB02F78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857875"/>
            <a:ext cx="10001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6657E8"/>
                </a:solidFill>
              </a:defRPr>
            </a:pPr>
            <a:r>
              <a:rPr sz="1350" b="1">
                <a:solidFill>
                  <a:srgbClr val="6657E8"/>
                </a:solidFill>
              </a:rPr>
              <a:t>정답과 해설은 EDU 홈페이지 상세 자료에서 확인할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5395508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2026-08-26T01:36:38.2980000Z</dcterms:created>
  <dcterms:modified xsi:type="dcterms:W3CDTF">2026-08-26T01:36:38.2980000Z</dcterms:modified>
</coreProperties>
</file>