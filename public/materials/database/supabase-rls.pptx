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790aa543a3476c" /><Relationship Type="http://schemas.openxmlformats.org/officeDocument/2006/relationships/extended-properties" Target="/docProps/app.xml" Id="R25cee8a923c54062" /><Relationship Type="http://schemas.openxmlformats.org/officeDocument/2006/relationships/officeDocument" Target="/ppt/presentation.xml" Id="Rb0f97d99834340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840b4559ea43dc"/>
  </p:sldMasterIdLst>
  <p:notesMasterIdLst>
    <p:notesMasterId xmlns:r="http://schemas.openxmlformats.org/officeDocument/2006/relationships" r:id="R5cb995f8f31a4d88"/>
  </p:notesMasterIdLst>
  <p:sldIdLst>
    <p:sldId xmlns:r="http://schemas.openxmlformats.org/officeDocument/2006/relationships" id="256" r:id="R01097fdc28d34356"/>
    <p:sldId xmlns:r="http://schemas.openxmlformats.org/officeDocument/2006/relationships" id="257" r:id="Rea3df9cb66444374"/>
    <p:sldId xmlns:r="http://schemas.openxmlformats.org/officeDocument/2006/relationships" id="258" r:id="R31f8a32570434618"/>
    <p:sldId xmlns:r="http://schemas.openxmlformats.org/officeDocument/2006/relationships" id="259" r:id="R2a370d958b144f69"/>
    <p:sldId xmlns:r="http://schemas.openxmlformats.org/officeDocument/2006/relationships" id="260" r:id="Rb358ac4d17d24a8d"/>
    <p:sldId xmlns:r="http://schemas.openxmlformats.org/officeDocument/2006/relationships" id="261" r:id="Rfd3f9aba45d44a47"/>
    <p:sldId xmlns:r="http://schemas.openxmlformats.org/officeDocument/2006/relationships" id="262" r:id="Rc4604dc7d04944d8"/>
    <p:sldId xmlns:r="http://schemas.openxmlformats.org/officeDocument/2006/relationships" id="263" r:id="Ref545890862643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14676186384583" /><Relationship Type="http://schemas.openxmlformats.org/officeDocument/2006/relationships/slideMaster" Target="/ppt/slideMasters/slideMaster1.xml" Id="R44840b4559ea43dc" /><Relationship Type="http://schemas.openxmlformats.org/officeDocument/2006/relationships/notesMaster" Target="/ppt/notesMasters/notesMaster1.xml" Id="R5cb995f8f31a4d88" /><Relationship Type="http://schemas.openxmlformats.org/officeDocument/2006/relationships/presProps" Target="/ppt/presProps.xml" Id="Rf3acb67ca7874e67" /><Relationship Type="http://schemas.openxmlformats.org/officeDocument/2006/relationships/tableStyles" Target="/ppt/tableStyles.xml" Id="R227a405d7d0c4192" /><Relationship Type="http://schemas.openxmlformats.org/officeDocument/2006/relationships/slide" Target="/ppt/slides/slide1.xml" Id="R01097fdc28d34356" /><Relationship Type="http://schemas.openxmlformats.org/officeDocument/2006/relationships/slide" Target="/ppt/slides/slide2.xml" Id="Rea3df9cb66444374" /><Relationship Type="http://schemas.openxmlformats.org/officeDocument/2006/relationships/slide" Target="/ppt/slides/slide3.xml" Id="R31f8a32570434618" /><Relationship Type="http://schemas.openxmlformats.org/officeDocument/2006/relationships/slide" Target="/ppt/slides/slide4.xml" Id="R2a370d958b144f69" /><Relationship Type="http://schemas.openxmlformats.org/officeDocument/2006/relationships/slide" Target="/ppt/slides/slide5.xml" Id="Rb358ac4d17d24a8d" /><Relationship Type="http://schemas.openxmlformats.org/officeDocument/2006/relationships/slide" Target="/ppt/slides/slide6.xml" Id="Rfd3f9aba45d44a47" /><Relationship Type="http://schemas.openxmlformats.org/officeDocument/2006/relationships/slide" Target="/ppt/slides/slide7.xml" Id="Rc4604dc7d04944d8" /><Relationship Type="http://schemas.openxmlformats.org/officeDocument/2006/relationships/slide" Target="/ppt/slides/slide8.xml" Id="Ref545890862643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57948450114d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499e1398a24fdd" /><Relationship Type="http://schemas.openxmlformats.org/officeDocument/2006/relationships/notesMaster" Target="/ppt/notesMasters/notesMaster1.xml" Id="R769ca38e5df448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72186db46d488b" /><Relationship Type="http://schemas.openxmlformats.org/officeDocument/2006/relationships/notesMaster" Target="/ppt/notesMasters/notesMaster1.xml" Id="Ra02cf49755d544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b2e86d3a60446a" /><Relationship Type="http://schemas.openxmlformats.org/officeDocument/2006/relationships/notesMaster" Target="/ppt/notesMasters/notesMaster1.xml" Id="R9c6179cf34cb48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7d0db8e9d74c8b" /><Relationship Type="http://schemas.openxmlformats.org/officeDocument/2006/relationships/notesMaster" Target="/ppt/notesMasters/notesMaster1.xml" Id="Rde9860cd4ee44a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5d0798700645e4" /><Relationship Type="http://schemas.openxmlformats.org/officeDocument/2006/relationships/notesMaster" Target="/ppt/notesMasters/notesMaster1.xml" Id="R38db5a37c43445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13d529234a4186" /><Relationship Type="http://schemas.openxmlformats.org/officeDocument/2006/relationships/notesMaster" Target="/ppt/notesMasters/notesMaster1.xml" Id="Rebd7bbcbf35042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ac99e8c7f141a4" /><Relationship Type="http://schemas.openxmlformats.org/officeDocument/2006/relationships/notesMaster" Target="/ppt/notesMasters/notesMaster1.xml" Id="R9139ca30115d46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5f09df08cb41f7" /><Relationship Type="http://schemas.openxmlformats.org/officeDocument/2006/relationships/notesMaster" Target="/ppt/notesMasters/notesMaster1.xml" Id="R73854249084c44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27560eecb64f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165b0abc7c4d56" /><Relationship Type="http://schemas.openxmlformats.org/officeDocument/2006/relationships/slideLayout" Target="/ppt/slideLayouts/slideLayout1.xml" Id="Re4fe2e49fd3f4c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fe2e49fd3f4c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7fe5ba9e74449" /><Relationship Type="http://schemas.openxmlformats.org/officeDocument/2006/relationships/image" Target="/ppt/media/image.bin" Id="R85cd217f4ad24159" /><Relationship Type="http://schemas.openxmlformats.org/officeDocument/2006/relationships/notesSlide" Target="/ppt/notesSlides/notesSlide1.xml" Id="R9d7c4a9bc7514e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1e8f3a2c241fe" /><Relationship Type="http://schemas.openxmlformats.org/officeDocument/2006/relationships/notesSlide" Target="/ppt/notesSlides/notesSlide2.xml" Id="R5e645dbfad704d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9b5fe975f4ea5" /><Relationship Type="http://schemas.openxmlformats.org/officeDocument/2006/relationships/notesSlide" Target="/ppt/notesSlides/notesSlide3.xml" Id="Raee44a5cc1db40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3e730f229445e" /><Relationship Type="http://schemas.openxmlformats.org/officeDocument/2006/relationships/notesSlide" Target="/ppt/notesSlides/notesSlide4.xml" Id="Ra1e2301c5e2f46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e257cc2074985" /><Relationship Type="http://schemas.openxmlformats.org/officeDocument/2006/relationships/notesSlide" Target="/ppt/notesSlides/notesSlide5.xml" Id="R43f496c6d64f45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4f26a60b94c5b" /><Relationship Type="http://schemas.openxmlformats.org/officeDocument/2006/relationships/notesSlide" Target="/ppt/notesSlides/notesSlide6.xml" Id="R89eb4475af0740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3acb4910d4d92" /><Relationship Type="http://schemas.openxmlformats.org/officeDocument/2006/relationships/notesSlide" Target="/ppt/notesSlides/notesSlide7.xml" Id="R83772278be994b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e8461a9a8488c" /><Relationship Type="http://schemas.openxmlformats.org/officeDocument/2006/relationships/notesSlide" Target="/ppt/notesSlides/notesSlide8.xml" Id="R77181fd6bda840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EECEC-C457-4514-820F-E08A2375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B7D41-1131-41B6-BBD4-1229D379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데이터베이스 · 기초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E9939-79B4-4E15-AEA5-9FDA604E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RLS로 자료 안전하게 보호하기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82859-C09F-4AF2-B5A2-1FF2D4C4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누구나 읽되 관리자만 수정하는 규칙을 이해합니다.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4737D-0600-4774-BBF0-D2BB1692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2B7A2-3BD9-40BD-9992-7C2C4FFA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30분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d217f4ad24159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598C2-B125-4389-B46E-76262DAB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746655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63CBA-4BB1-4E40-9125-039BB586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A6A2F-CAE8-428C-9256-EF6C30E1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2B6B4-5ACB-49FE-A7A9-EC94D68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49AFB-4C47-42F6-881D-67E837F4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921F9-E06E-48B7-A060-73A8D46F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6C54C-B1B2-4458-89E8-2F15E4CC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화면 숨김과 데이터 보호를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7801E-530D-41B4-8C74-63862BBA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15D25-93A7-4472-A127-2AA4879F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69D13-6699-4539-9111-F7F0859F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조회와 수정 정책을 구분합니다.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B410B-33F8-48AB-A9F6-178FC9EB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BBA39-203E-47BD-B751-CB24B155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15974915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E9F7D-0F47-4956-A4C1-0F7C4983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DEDE2-00B5-4E31-8F07-87A2B9B0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0766D-0C03-4FA0-9A1B-798FBC32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DA3C2-B796-449E-9332-8AE4F986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AE616-B2AD-40F8-A7C9-0CE546C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RLS는 건물 출입 규칙과 같습니다. 방문자는 안내문을 보지만 관리실 열쇠가 있는 사람만 내용을 바꿉니다.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C2D6F-D0B4-407D-8295-EFE8B055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B1A38-D237-433D-A2BD-397D3240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화면 숨김과 데이터 보호를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627828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F7AA7-3E68-48C2-A9E4-75D4E79A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4ADD5-2FAA-4565-B61D-0A8A373B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E9AA9-437E-4535-AD12-FA7AC257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23408-E45B-42EC-AEC0-2942BE1E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C3D4B-4717-47AD-A119-72308817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74428-0450-4438-B38C-F9370607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RLS를 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3C646-E9C6-45B8-9DCD-148B4565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AF51A-CD2A-4C85-BDF6-CAB12321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A7758-11B1-41E8-BE73-47708F60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조회 정책을 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E9EF3-2F98-49D4-B6B0-59289A20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EDBBB-0D2B-480D-931C-9BB5F925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D225F-FF0E-4B60-BA68-959232E1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관리자 수정 정책을 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FC270-3899-4A1D-AB35-C21611E4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8C735-8E8F-45B2-9745-D65EE036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8E8E3-B8CC-408F-9A92-071167D2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일반 사용자로 시험합니다.</a:t>
            </a:r>
          </a:p>
        </p:txBody>
      </p:sp>
    </p:spTree>
    <p:extLst>
      <p:ext uri="{BB962C8B-B14F-4D97-AF65-F5344CB8AC3E}">
        <p14:creationId xmlns:p14="http://schemas.microsoft.com/office/powerpoint/2010/main" val="13404675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235E0-F358-49C7-A3DD-50B4DFB4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71142-2363-4740-B362-384A73BB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CE1DE-1206-4D0D-9BC4-5948F3C1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B40BC-0861-468E-87BB-2F1FDFA6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4DD8B-83D1-48EB-80E8-F5EFCBBE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0C4C3-77A6-4A8C-BBAB-DABE85AE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alter table edu_lessons enable row level security;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create policy "public read" on edu_lessons for select using (true);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E8B1A-1432-4C23-A307-B20A2BBF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1026441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C237D-399B-4233-9AF1-FBC75848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38487-C696-47D5-836C-CC363BC8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6DA55-1755-4213-8E5F-5B887371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24AFF-82D4-4560-8FBF-1AC0227D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FDE91-1CCB-4B96-9A73-B8B1E045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FED2C-9A0D-4E47-ABEE-E7D97890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RLS를 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E4D74-E6BF-44A2-BE72-AACCCA1A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E08D2-177B-4D08-8C3C-895FAD31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15284-1CFF-43E9-B939-D22E7ACC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조회 정책을 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BC037-6704-40D9-9358-2AE8B9D9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5E627-19E3-43EC-A918-943C8274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4B661-B98E-4A7D-AB0C-3AE7EFB1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관리자 수정 정책을 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8AF22-EF8A-4C87-8E6C-A997990F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E8B44-6CE4-482C-B3F5-5DB94320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CB680-0295-4391-BE21-F65705B3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일반 사용자로 시험합니다.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B8DEB-48BF-4F52-9DA4-FC979E35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87364-7582-44B8-A43E-8CF5F6F2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858854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32930-8F24-43DA-B434-CD7EA644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F10BD-CFE2-4591-839B-98889C37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FA5AE-A8EA-4D01-B1EB-65BCA62F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CCD74-8B34-4D4D-BAF2-2E796C2C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E9AAB-AE22-4A2F-98AC-FA3A61E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“RLS를 건물 출입 규칙에 비유하고 공개 조회 정책을 설명해줘.”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3025C-4123-4007-9A4A-8B99B60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CCE2A-566B-4D15-BC08-C039D10B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11362323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22811-F159-494F-845D-3DD3945E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9B8D6-2590-4772-B259-574336BE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BCA6C-9FF5-455A-91DF-35AC0575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91777-2F52-4BC1-B4F3-5A4B647F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AA6F6-C0E8-4BA1-BDFE-D71D3909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DF3FB-FA03-4CAA-B146-CAA30FB1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RLS가 켜졌나요?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AB63E-61B0-4588-9535-3C65763F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5D791-67F4-450E-A158-3287CDE6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77921-47BA-4C82-A493-EB15F04C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일반 수정이 차단되나요?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213ED-1794-41E1-B6B3-FF8430F5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398B6-F83E-4D04-84F4-522E49B7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60571-1208-4FD8-9689-248A7B0A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Supabase 데이터 저장 입문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15E70-6E80-430E-9968-7A274E37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1675443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2026-08-26T00:52:16.0580000Z</dcterms:created>
  <dcterms:modified xsi:type="dcterms:W3CDTF">2026-08-26T00:52:16.0580000Z</dcterms:modified>
</coreProperties>
</file>