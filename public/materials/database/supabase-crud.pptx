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ca4c95d6014656" /><Relationship Type="http://schemas.openxmlformats.org/officeDocument/2006/relationships/extended-properties" Target="/docProps/app.xml" Id="Rff93bf35ea3f495c" /><Relationship Type="http://schemas.openxmlformats.org/officeDocument/2006/relationships/officeDocument" Target="/ppt/presentation.xml" Id="R9a19c6a602e144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0a2a18f5454724"/>
  </p:sldMasterIdLst>
  <p:notesMasterIdLst>
    <p:notesMasterId xmlns:r="http://schemas.openxmlformats.org/officeDocument/2006/relationships" r:id="Ref25f86890874e09"/>
  </p:notesMasterIdLst>
  <p:sldIdLst>
    <p:sldId xmlns:r="http://schemas.openxmlformats.org/officeDocument/2006/relationships" id="256" r:id="Rd66cb36adbb64daf"/>
    <p:sldId xmlns:r="http://schemas.openxmlformats.org/officeDocument/2006/relationships" id="257" r:id="Re147d6547a814f0c"/>
    <p:sldId xmlns:r="http://schemas.openxmlformats.org/officeDocument/2006/relationships" id="258" r:id="R116636652d61440f"/>
    <p:sldId xmlns:r="http://schemas.openxmlformats.org/officeDocument/2006/relationships" id="259" r:id="R632c558f06ad491e"/>
    <p:sldId xmlns:r="http://schemas.openxmlformats.org/officeDocument/2006/relationships" id="260" r:id="R318b4aa444fe43c6"/>
    <p:sldId xmlns:r="http://schemas.openxmlformats.org/officeDocument/2006/relationships" id="261" r:id="Re1ced4830dd741a9"/>
    <p:sldId xmlns:r="http://schemas.openxmlformats.org/officeDocument/2006/relationships" id="262" r:id="R7766d5cf626b4301"/>
    <p:sldId xmlns:r="http://schemas.openxmlformats.org/officeDocument/2006/relationships" id="263" r:id="Rbdfae39949984b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77f16e03f34ef9" /><Relationship Type="http://schemas.openxmlformats.org/officeDocument/2006/relationships/slideMaster" Target="/ppt/slideMasters/slideMaster1.xml" Id="R990a2a18f5454724" /><Relationship Type="http://schemas.openxmlformats.org/officeDocument/2006/relationships/notesMaster" Target="/ppt/notesMasters/notesMaster1.xml" Id="Ref25f86890874e09" /><Relationship Type="http://schemas.openxmlformats.org/officeDocument/2006/relationships/presProps" Target="/ppt/presProps.xml" Id="R02c4d8a56cb6405f" /><Relationship Type="http://schemas.openxmlformats.org/officeDocument/2006/relationships/tableStyles" Target="/ppt/tableStyles.xml" Id="R50dd36dc209c4352" /><Relationship Type="http://schemas.openxmlformats.org/officeDocument/2006/relationships/slide" Target="/ppt/slides/slide1.xml" Id="Rd66cb36adbb64daf" /><Relationship Type="http://schemas.openxmlformats.org/officeDocument/2006/relationships/slide" Target="/ppt/slides/slide2.xml" Id="Re147d6547a814f0c" /><Relationship Type="http://schemas.openxmlformats.org/officeDocument/2006/relationships/slide" Target="/ppt/slides/slide3.xml" Id="R116636652d61440f" /><Relationship Type="http://schemas.openxmlformats.org/officeDocument/2006/relationships/slide" Target="/ppt/slides/slide4.xml" Id="R632c558f06ad491e" /><Relationship Type="http://schemas.openxmlformats.org/officeDocument/2006/relationships/slide" Target="/ppt/slides/slide5.xml" Id="R318b4aa444fe43c6" /><Relationship Type="http://schemas.openxmlformats.org/officeDocument/2006/relationships/slide" Target="/ppt/slides/slide6.xml" Id="Re1ced4830dd741a9" /><Relationship Type="http://schemas.openxmlformats.org/officeDocument/2006/relationships/slide" Target="/ppt/slides/slide7.xml" Id="R7766d5cf626b4301" /><Relationship Type="http://schemas.openxmlformats.org/officeDocument/2006/relationships/slide" Target="/ppt/slides/slide8.xml" Id="Rbdfae39949984b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2d640e95b541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dadf26d06b4ee6" /><Relationship Type="http://schemas.openxmlformats.org/officeDocument/2006/relationships/notesMaster" Target="/ppt/notesMasters/notesMaster1.xml" Id="R78cf4d39b9f846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bf02db11994198" /><Relationship Type="http://schemas.openxmlformats.org/officeDocument/2006/relationships/notesMaster" Target="/ppt/notesMasters/notesMaster1.xml" Id="R1e7ee93a55c64a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5f654edd414fd3" /><Relationship Type="http://schemas.openxmlformats.org/officeDocument/2006/relationships/notesMaster" Target="/ppt/notesMasters/notesMaster1.xml" Id="Red9e7ea1a4a34e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352195afef491d" /><Relationship Type="http://schemas.openxmlformats.org/officeDocument/2006/relationships/notesMaster" Target="/ppt/notesMasters/notesMaster1.xml" Id="R3c7a9170e34841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dba3cd22084f56" /><Relationship Type="http://schemas.openxmlformats.org/officeDocument/2006/relationships/notesMaster" Target="/ppt/notesMasters/notesMaster1.xml" Id="R55f160d333994c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afb75f93104734" /><Relationship Type="http://schemas.openxmlformats.org/officeDocument/2006/relationships/notesMaster" Target="/ppt/notesMasters/notesMaster1.xml" Id="R05ed409da0214c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04b94b1a304fa3" /><Relationship Type="http://schemas.openxmlformats.org/officeDocument/2006/relationships/notesMaster" Target="/ppt/notesMasters/notesMaster1.xml" Id="Ra6fab70876c34f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b80f64a5f44fee" /><Relationship Type="http://schemas.openxmlformats.org/officeDocument/2006/relationships/notesMaster" Target="/ppt/notesMasters/notesMaster1.xml" Id="Rdd8b1e1572cf49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91043b096f40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cd4526436d4f82" /><Relationship Type="http://schemas.openxmlformats.org/officeDocument/2006/relationships/slideLayout" Target="/ppt/slideLayouts/slideLayout1.xml" Id="Ra5326095f5f049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326095f5f0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5819eb8c849be" /><Relationship Type="http://schemas.openxmlformats.org/officeDocument/2006/relationships/image" Target="/ppt/media/image.bin" Id="R62bcbdb2d2864a3a" /><Relationship Type="http://schemas.openxmlformats.org/officeDocument/2006/relationships/notesSlide" Target="/ppt/notesSlides/notesSlide1.xml" Id="Rd93339fcecf747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594bd24644a99" /><Relationship Type="http://schemas.openxmlformats.org/officeDocument/2006/relationships/notesSlide" Target="/ppt/notesSlides/notesSlide2.xml" Id="R9b2d647c591d4a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d8dcf01c04954" /><Relationship Type="http://schemas.openxmlformats.org/officeDocument/2006/relationships/notesSlide" Target="/ppt/notesSlides/notesSlide3.xml" Id="R240021bc93d54a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8cc725d264e4f" /><Relationship Type="http://schemas.openxmlformats.org/officeDocument/2006/relationships/notesSlide" Target="/ppt/notesSlides/notesSlide4.xml" Id="R23d01da96bad45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47c121d9c4e1e" /><Relationship Type="http://schemas.openxmlformats.org/officeDocument/2006/relationships/notesSlide" Target="/ppt/notesSlides/notesSlide5.xml" Id="Rff97116c0b7641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2fcd8671d43f0" /><Relationship Type="http://schemas.openxmlformats.org/officeDocument/2006/relationships/notesSlide" Target="/ppt/notesSlides/notesSlide6.xml" Id="Ra3f6aeaa564049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35d50fc6e4417" /><Relationship Type="http://schemas.openxmlformats.org/officeDocument/2006/relationships/notesSlide" Target="/ppt/notesSlides/notesSlide7.xml" Id="Rf777a2cb9c014d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452ebc6f546ec" /><Relationship Type="http://schemas.openxmlformats.org/officeDocument/2006/relationships/notesSlide" Target="/ppt/notesSlides/notesSlide8.xml" Id="R0ab21ca5bf9448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D44A2-C69C-40CE-A171-C9B6D83D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E1935-7ED4-4C2C-B64F-79159382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데이터베이스 · 기초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D6BA0-F6D5-4C4E-8CCB-22CC008B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542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2235"/>
                </a:solidFill>
              </a:defRPr>
            </a:pPr>
            <a:r>
              <a:rPr sz="3900" b="1">
                <a:solidFill>
                  <a:srgbClr val="182235"/>
                </a:solidFill>
              </a:rPr>
              <a:t>Supabase 자료 저장하고 불러오기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6BB54-C01C-4C87-9187-192B7198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57083"/>
                </a:solidFill>
              </a:defRPr>
            </a:pPr>
            <a:r>
              <a:rPr sz="1800">
                <a:solidFill>
                  <a:srgbClr val="657083"/>
                </a:solidFill>
              </a:rPr>
              <a:t>교육자료 한 건을 저장하고 목록으로 다시 불러옵니다.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F0B50-E3AD-4B44-A5DE-FF219D70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669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D3964-839F-4E36-9B73-B9552420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약 30분 학습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cbdb2d2864a3a"/>
          <a:srcRect xmlns:a="http://schemas.openxmlformats.org/drawingml/2006/main" l="17949" t="0" r="1794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857250"/>
            <a:ext cx="4762500" cy="495300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37F17-052A-4E28-B048-D0DE5F33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57083"/>
                </a:solidFill>
              </a:defRPr>
            </a:pPr>
            <a:r>
              <a:rPr sz="1125">
                <a:solidFill>
                  <a:srgbClr val="657083"/>
                </a:solidFill>
              </a:rPr>
              <a:t>EDU 웹개발 교육 플랫폼</a:t>
            </a:r>
          </a:p>
        </p:txBody>
      </p:sp>
    </p:spTree>
    <p:extLst>
      <p:ext uri="{BB962C8B-B14F-4D97-AF65-F5344CB8AC3E}">
        <p14:creationId xmlns:p14="http://schemas.microsoft.com/office/powerpoint/2010/main" val="20985315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EA650-05FF-4D58-BBA6-0B1AFF3D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66FAD-9885-48A9-8596-58BEA3DB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오늘은 이것을 할 수 있게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645E3-D635-4DE9-ACE4-4D35D304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FF1F5-DD18-4595-A071-6EB254E8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FF9C6-20A9-4C7E-AEA1-AECA512F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CD21F-9046-45EA-B639-46F38D1F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097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CRUD를 이해합니다.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91765-1813-40AC-AF9D-A7B6464C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3D5B5-5A04-4E3C-8AEE-85CDEFD4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3A97F0-A8DB-42AC-9DBF-658E62C4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812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자료를 조회하고 등록합니다.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C38D9-C933-41FC-AA47-5BE2BFD1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43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96B19-D3DE-418E-B9AB-B33AA0C6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958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외우기보다 직접 실행하고</a:t>
            </a:r>
          </a:p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바뀐 결과를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20733004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3707C-A65B-426E-894B-A5F22FCB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26389-1FA2-4069-BCD2-326FDA53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생활 속 비유로 먼저 이해해요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8BB5E-2F00-4D18-98A9-D5C8B9EB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4F595-63A1-4DC7-8455-02150A5E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6DD93-218E-4836-A890-23429FFB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235"/>
                </a:solidFill>
              </a:defRPr>
            </a:pPr>
            <a:r>
              <a:rPr sz="2100">
                <a:solidFill>
                  <a:srgbClr val="182235"/>
                </a:solidFill>
              </a:rPr>
              <a:t>CRUD는 등록·조회·수정·삭제입니다. 주소록에 사람을 적고 찾고 고치고 지우는 과정과 같습니다.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37EF1-DD7C-49AD-BC76-22338CCC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한 문장으로 말해보기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926F6-2A57-40D6-BDF0-03B78846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625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CRUD를 이해합니다.</a:t>
            </a:r>
          </a:p>
        </p:txBody>
      </p:sp>
    </p:spTree>
    <p:extLst>
      <p:ext uri="{BB962C8B-B14F-4D97-AF65-F5344CB8AC3E}">
        <p14:creationId xmlns:p14="http://schemas.microsoft.com/office/powerpoint/2010/main" val="15092335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EEA2CA-47A6-4283-8DD0-D5D2F820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9411A-AEBC-42DC-93F2-466BF221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작동 순서는 네 단계면 충분합니다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C21A0-927D-4FBD-88E7-02838776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26583-EF49-4333-9CA2-6F5B82D3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BE1CE-8BE1-4790-BE8B-0E5E2AAE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171FB-4635-4E6B-B23C-4B84B6D8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04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기존 자료를 조회합니다.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CA214-D724-4206-A52F-464CB00A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F573A-B46E-492B-9E3C-866FCA61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8EBA3-B8CD-4BC8-A45F-8898288F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제목을 입력합니다.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5C6EB-25CD-47B8-ADE1-F2D18A26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14DD6F-F0A0-475C-A53C-D2E29B95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150D5-4DD9-49E5-B21E-3BA9DE91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480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한 건을 등록합니다.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FC5BF1-CB43-4CA7-8A38-F64767D2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975300-1DEE-41BD-8188-925277E6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2457EA-0CFC-4F84-A454-0382D4F9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96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목록을 다시 읽습니다.</a:t>
            </a:r>
          </a:p>
        </p:txBody>
      </p:sp>
    </p:spTree>
    <p:extLst>
      <p:ext uri="{BB962C8B-B14F-4D97-AF65-F5344CB8AC3E}">
        <p14:creationId xmlns:p14="http://schemas.microsoft.com/office/powerpoint/2010/main" val="8068897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E2BEED-2187-4F4D-8438-33CC24BE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FD698-6073-46E3-8117-2B3C84B1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예제 코드를 한 줄씩 살펴보세요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F3B6A-8AF2-41BB-8D64-5FD64119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AF4AC-8238-4FB7-95F7-A6C5481E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8204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E4E7F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91928-C63C-4D47-9BEF-939FD2C6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43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657E8"/>
                </a:solidFill>
              </a:defRPr>
            </a:pPr>
            <a:r>
              <a:rPr sz="1275" b="1">
                <a:solidFill>
                  <a:srgbClr val="6657E8"/>
                </a:solidFill>
              </a:rPr>
              <a:t>JavaScript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9DFEC-5276-4034-898A-9F5921BD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01346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const { data } = await supabase.from('edu_lessons').select('*')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await supabase.from('edu_lessons').insert({ id: 'new', title: '새 자료' })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4F4B3-49EC-4569-9A46-2EBD38E9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7083"/>
                </a:solidFill>
              </a:defRPr>
            </a:pPr>
            <a:r>
              <a:rPr sz="1425">
                <a:solidFill>
                  <a:srgbClr val="657083"/>
                </a:solidFill>
              </a:rPr>
              <a:t>처음에는 그대로 실행하고, 문장이나 숫자 하나만 바꿔 보세요.</a:t>
            </a:r>
          </a:p>
        </p:txBody>
      </p:sp>
    </p:spTree>
    <p:extLst>
      <p:ext uri="{BB962C8B-B14F-4D97-AF65-F5344CB8AC3E}">
        <p14:creationId xmlns:p14="http://schemas.microsoft.com/office/powerpoint/2010/main" val="5569179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6351C-104F-4021-BF48-29C350A0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D5499-8570-4CF8-A257-89994FB4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10분 실습은 작은 성공을 만드는 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25A51-41C9-415B-9F2D-456BA447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0974A-68CF-4649-A5DD-E8317B7E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3A757-3751-400F-BFCD-5B6C6692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D2BC7A-FAD5-4802-B250-0C9D3FEA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478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기존 자료를 조회합니다.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13964-9129-4AAC-B26B-C866300D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ADD92-564E-4643-A91A-DC55853E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C04A5-A5A9-4C0E-894C-08819160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193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제목을 입력합니다.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E5D4F-60BA-4C86-A00C-FE697DB1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F897B-711B-41F8-8C9C-894AA2D3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B8806-A833-4845-9628-75C01C8C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한 건을 등록합니다.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E1DE2-5BE5-45F6-9934-86A8588D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6C96A9-B5F3-4C66-ACA0-9DF3FCB2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0B54E1-6147-4912-AE00-743F4A10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목록을 다시 읽습니다.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86347D-E49F-474C-802D-DB28D915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95900"/>
            <a:ext cx="333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57C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5C0657-503B-4881-9896-DD6F3EA7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578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완료: 화면에서 결과 확인</a:t>
            </a:r>
          </a:p>
        </p:txBody>
      </p:sp>
    </p:spTree>
    <p:extLst>
      <p:ext uri="{BB962C8B-B14F-4D97-AF65-F5344CB8AC3E}">
        <p14:creationId xmlns:p14="http://schemas.microsoft.com/office/powerpoint/2010/main" val="1766275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74C78-5872-4689-BD12-4D1AD60D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660D8-4FB9-4946-B7F4-E9B54BF6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Codex에는 이렇게 요청하세요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B43BF9-BD06-41BB-8B3C-7FCAECC7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11877-C163-47A8-8F4E-504A8E1F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F3921-249E-4319-B3AC-D4F8825C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944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403A84"/>
                </a:solidFill>
              </a:defRPr>
            </a:pPr>
            <a:r>
              <a:rPr sz="2025" b="1">
                <a:solidFill>
                  <a:srgbClr val="403A84"/>
                </a:solidFill>
              </a:rPr>
              <a:t>“Supabase에서 교육자료를 조회하고 한 건 등록하는 예제를 만들어줘.”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CB8B6-7AC3-4BD0-B0DB-5F5BD739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좋은 요청의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E23CD-E43C-47D7-9E97-BA5E8B36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① 바꿀 대상  ② 유지할 기능  ③ 확인 방법</a:t>
            </a:r>
          </a:p>
        </p:txBody>
      </p:sp>
    </p:spTree>
    <p:extLst>
      <p:ext uri="{BB962C8B-B14F-4D97-AF65-F5344CB8AC3E}">
        <p14:creationId xmlns:p14="http://schemas.microsoft.com/office/powerpoint/2010/main" val="19925818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F842B-B35F-4C5E-97E6-83F4A0BB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2A673-B478-446A-B851-690EABB3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직접 확인하면 오늘 학습이 완성됩니다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B9F58-FE0C-4543-B478-C4DC19BA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A992E-B137-430E-BB8C-4908F367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D6AE5-146A-47E5-999A-382A8C47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0A858C-3824-4E1A-B660-A6F9E1BD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144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새 자료가 조회되나요?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3877A-8EE1-41D2-B19B-B2C8D84C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679EE-54D4-40BE-AF37-8B560614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2B29B7-E210-4723-8E14-6EE2B4BE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860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error도 확인했나요?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36D7B-D05A-4391-81D3-F3718BC2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EB091-CE39-4C5F-81E4-15562F47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6755F"/>
                </a:solidFill>
              </a:defRPr>
            </a:pPr>
            <a:r>
              <a:rPr sz="1425" b="1">
                <a:solidFill>
                  <a:srgbClr val="26755F"/>
                </a:solidFill>
              </a:rPr>
              <a:t>관련 교육 프로그램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4AC82-0B44-4A87-A653-7494CB02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235"/>
                </a:solidFill>
              </a:defRPr>
            </a:pPr>
            <a:r>
              <a:rPr sz="1875" b="1">
                <a:solidFill>
                  <a:srgbClr val="182235"/>
                </a:solidFill>
              </a:rPr>
              <a:t>Supabase 데이터 저장 입문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6A4A8-BF10-4391-8972-FA44930F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054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083"/>
                </a:solidFill>
              </a:defRPr>
            </a:pPr>
            <a:r>
              <a:rPr sz="1275">
                <a:solidFill>
                  <a:srgbClr val="657083"/>
                </a:solidFill>
              </a:rPr>
              <a:t>홈페이지에서 학습 완료를 표시하고 다음 자료로 이어가세요.</a:t>
            </a:r>
          </a:p>
        </p:txBody>
      </p:sp>
    </p:spTree>
    <p:extLst>
      <p:ext uri="{BB962C8B-B14F-4D97-AF65-F5344CB8AC3E}">
        <p14:creationId xmlns:p14="http://schemas.microsoft.com/office/powerpoint/2010/main" val="14682166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2026-08-26T00:52:14.5250000Z</dcterms:created>
  <dcterms:modified xsi:type="dcterms:W3CDTF">2026-08-26T00:52:14.5250000Z</dcterms:modified>
</coreProperties>
</file>