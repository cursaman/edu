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4c838bc1da4c08" /><Relationship Type="http://schemas.openxmlformats.org/officeDocument/2006/relationships/extended-properties" Target="/docProps/app.xml" Id="Rf08417f4a5fc429c" /><Relationship Type="http://schemas.openxmlformats.org/officeDocument/2006/relationships/officeDocument" Target="/ppt/presentation.xml" Id="R9ef28a62e968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92c52d2bbe48e8"/>
  </p:sldMasterIdLst>
  <p:notesMasterIdLst>
    <p:notesMasterId xmlns:r="http://schemas.openxmlformats.org/officeDocument/2006/relationships" r:id="R557ddfa60ea24d8d"/>
  </p:notesMasterIdLst>
  <p:sldIdLst>
    <p:sldId xmlns:r="http://schemas.openxmlformats.org/officeDocument/2006/relationships" id="256" r:id="R8d09b25487b149ed"/>
    <p:sldId xmlns:r="http://schemas.openxmlformats.org/officeDocument/2006/relationships" id="257" r:id="Rd6ecc591567c4500"/>
    <p:sldId xmlns:r="http://schemas.openxmlformats.org/officeDocument/2006/relationships" id="258" r:id="R36508dac01854e66"/>
    <p:sldId xmlns:r="http://schemas.openxmlformats.org/officeDocument/2006/relationships" id="259" r:id="R3aa28ecc83ba4e7a"/>
    <p:sldId xmlns:r="http://schemas.openxmlformats.org/officeDocument/2006/relationships" id="260" r:id="R73dcec08d9e44b28"/>
    <p:sldId xmlns:r="http://schemas.openxmlformats.org/officeDocument/2006/relationships" id="261" r:id="R385605cf4a154450"/>
    <p:sldId xmlns:r="http://schemas.openxmlformats.org/officeDocument/2006/relationships" id="262" r:id="Rbfa829aec2544eee"/>
    <p:sldId xmlns:r="http://schemas.openxmlformats.org/officeDocument/2006/relationships" id="263" r:id="R4424b270c1094b12"/>
    <p:sldId xmlns:r="http://schemas.openxmlformats.org/officeDocument/2006/relationships" id="264" r:id="Ref80a8e6d0504ee7"/>
    <p:sldId xmlns:r="http://schemas.openxmlformats.org/officeDocument/2006/relationships" id="265" r:id="Rfce797fc14f84e36"/>
    <p:sldId xmlns:r="http://schemas.openxmlformats.org/officeDocument/2006/relationships" id="266" r:id="R094a881a34604f65"/>
    <p:sldId xmlns:r="http://schemas.openxmlformats.org/officeDocument/2006/relationships" id="267" r:id="Re990e00afa234103"/>
    <p:sldId xmlns:r="http://schemas.openxmlformats.org/officeDocument/2006/relationships" id="268" r:id="Re4cfa52bac4e4c71"/>
    <p:sldId xmlns:r="http://schemas.openxmlformats.org/officeDocument/2006/relationships" id="269" r:id="R0096f3fe2e8d47d7"/>
    <p:sldId xmlns:r="http://schemas.openxmlformats.org/officeDocument/2006/relationships" id="270" r:id="R686364883f654e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7600d01774d5d" /><Relationship Type="http://schemas.openxmlformats.org/officeDocument/2006/relationships/slideMaster" Target="/ppt/slideMasters/slideMaster1.xml" Id="Re292c52d2bbe48e8" /><Relationship Type="http://schemas.openxmlformats.org/officeDocument/2006/relationships/notesMaster" Target="/ppt/notesMasters/notesMaster1.xml" Id="R557ddfa60ea24d8d" /><Relationship Type="http://schemas.openxmlformats.org/officeDocument/2006/relationships/presProps" Target="/ppt/presProps.xml" Id="Rc21d747232054938" /><Relationship Type="http://schemas.openxmlformats.org/officeDocument/2006/relationships/tableStyles" Target="/ppt/tableStyles.xml" Id="R9529c8811b074910" /><Relationship Type="http://schemas.openxmlformats.org/officeDocument/2006/relationships/slide" Target="/ppt/slides/slide1.xml" Id="R8d09b25487b149ed" /><Relationship Type="http://schemas.openxmlformats.org/officeDocument/2006/relationships/slide" Target="/ppt/slides/slide2.xml" Id="Rd6ecc591567c4500" /><Relationship Type="http://schemas.openxmlformats.org/officeDocument/2006/relationships/slide" Target="/ppt/slides/slide3.xml" Id="R36508dac01854e66" /><Relationship Type="http://schemas.openxmlformats.org/officeDocument/2006/relationships/slide" Target="/ppt/slides/slide4.xml" Id="R3aa28ecc83ba4e7a" /><Relationship Type="http://schemas.openxmlformats.org/officeDocument/2006/relationships/slide" Target="/ppt/slides/slide5.xml" Id="R73dcec08d9e44b28" /><Relationship Type="http://schemas.openxmlformats.org/officeDocument/2006/relationships/slide" Target="/ppt/slides/slide6.xml" Id="R385605cf4a154450" /><Relationship Type="http://schemas.openxmlformats.org/officeDocument/2006/relationships/slide" Target="/ppt/slides/slide7.xml" Id="Rbfa829aec2544eee" /><Relationship Type="http://schemas.openxmlformats.org/officeDocument/2006/relationships/slide" Target="/ppt/slides/slide8.xml" Id="R4424b270c1094b12" /><Relationship Type="http://schemas.openxmlformats.org/officeDocument/2006/relationships/slide" Target="/ppt/slides/slide9.xml" Id="Ref80a8e6d0504ee7" /><Relationship Type="http://schemas.openxmlformats.org/officeDocument/2006/relationships/slide" Target="/ppt/slides/slide10.xml" Id="Rfce797fc14f84e36" /><Relationship Type="http://schemas.openxmlformats.org/officeDocument/2006/relationships/slide" Target="/ppt/slides/slide11.xml" Id="R094a881a34604f65" /><Relationship Type="http://schemas.openxmlformats.org/officeDocument/2006/relationships/slide" Target="/ppt/slides/slide12.xml" Id="Re990e00afa234103" /><Relationship Type="http://schemas.openxmlformats.org/officeDocument/2006/relationships/slide" Target="/ppt/slides/slide13.xml" Id="Re4cfa52bac4e4c71" /><Relationship Type="http://schemas.openxmlformats.org/officeDocument/2006/relationships/slide" Target="/ppt/slides/slide14.xml" Id="R0096f3fe2e8d47d7" /><Relationship Type="http://schemas.openxmlformats.org/officeDocument/2006/relationships/slide" Target="/ppt/slides/slide15.xml" Id="R686364883f65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a489d581f049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192440d7c48b6" /><Relationship Type="http://schemas.openxmlformats.org/officeDocument/2006/relationships/notesMaster" Target="/ppt/notesMasters/notesMaster1.xml" Id="Rd69fae9b3d6f4a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2cbf624a414d5a" /><Relationship Type="http://schemas.openxmlformats.org/officeDocument/2006/relationships/notesMaster" Target="/ppt/notesMasters/notesMaster1.xml" Id="R4fab6a730951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240ebef194ba3" /><Relationship Type="http://schemas.openxmlformats.org/officeDocument/2006/relationships/notesMaster" Target="/ppt/notesMasters/notesMaster1.xml" Id="Rbd8d7a86af744e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b2e9df6a54ec0" /><Relationship Type="http://schemas.openxmlformats.org/officeDocument/2006/relationships/notesMaster" Target="/ppt/notesMasters/notesMaster1.xml" Id="Rd9482133d152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1b95c1626f46a2" /><Relationship Type="http://schemas.openxmlformats.org/officeDocument/2006/relationships/notesMaster" Target="/ppt/notesMasters/notesMaster1.xml" Id="R7076965788d547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44e87f48cc4369" /><Relationship Type="http://schemas.openxmlformats.org/officeDocument/2006/relationships/notesMaster" Target="/ppt/notesMasters/notesMaster1.xml" Id="R916dbc1c75ea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0e13df5fcc4223" /><Relationship Type="http://schemas.openxmlformats.org/officeDocument/2006/relationships/notesMaster" Target="/ppt/notesMasters/notesMaster1.xml" Id="Rc3877b23e4934f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9c067d4a044b5d" /><Relationship Type="http://schemas.openxmlformats.org/officeDocument/2006/relationships/notesMaster" Target="/ppt/notesMasters/notesMaster1.xml" Id="R5e190863215a44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3ac79e561d4ddb" /><Relationship Type="http://schemas.openxmlformats.org/officeDocument/2006/relationships/notesMaster" Target="/ppt/notesMasters/notesMaster1.xml" Id="Rd36ca85b5de346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e6a67ab2c14cda" /><Relationship Type="http://schemas.openxmlformats.org/officeDocument/2006/relationships/notesMaster" Target="/ppt/notesMasters/notesMaster1.xml" Id="R1bebb7d4eb1c44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e322131594b39" /><Relationship Type="http://schemas.openxmlformats.org/officeDocument/2006/relationships/notesMaster" Target="/ppt/notesMasters/notesMaster1.xml" Id="R93cccbe079f24e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8fc604452c4776" /><Relationship Type="http://schemas.openxmlformats.org/officeDocument/2006/relationships/notesMaster" Target="/ppt/notesMasters/notesMaster1.xml" Id="Rc04b73163e8048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7eddc797194a5f" /><Relationship Type="http://schemas.openxmlformats.org/officeDocument/2006/relationships/notesMaster" Target="/ppt/notesMasters/notesMaster1.xml" Id="R16a9d8df417942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8dccfa77a4cf1" /><Relationship Type="http://schemas.openxmlformats.org/officeDocument/2006/relationships/notesMaster" Target="/ppt/notesMasters/notesMaster1.xml" Id="R372fb9e744174a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5d1630509d443d" /><Relationship Type="http://schemas.openxmlformats.org/officeDocument/2006/relationships/notesMaster" Target="/ppt/notesMasters/notesMaster1.xml" Id="R68630bf9370646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52b595ca8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53128c7524fc9" /><Relationship Type="http://schemas.openxmlformats.org/officeDocument/2006/relationships/slideLayout" Target="/ppt/slideLayouts/slideLayout1.xml" Id="Rcbde2c41bc46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e2c41bc46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feb5b068740e6" /><Relationship Type="http://schemas.openxmlformats.org/officeDocument/2006/relationships/image" Target="/ppt/media/image.bin" Id="R9f900d093e284170" /><Relationship Type="http://schemas.openxmlformats.org/officeDocument/2006/relationships/notesSlide" Target="/ppt/notesSlides/notesSlide1.xml" Id="Rfa4a82f1a0f743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6852b90e4907" /><Relationship Type="http://schemas.openxmlformats.org/officeDocument/2006/relationships/notesSlide" Target="/ppt/notesSlides/notesSlide2.xml" Id="Rb41845166ae0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ad1583fdf499e" /><Relationship Type="http://schemas.openxmlformats.org/officeDocument/2006/relationships/notesSlide" Target="/ppt/notesSlides/notesSlide3.xml" Id="Rd49b0789f6e74f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c2941954741fa" /><Relationship Type="http://schemas.openxmlformats.org/officeDocument/2006/relationships/notesSlide" Target="/ppt/notesSlides/notesSlide4.xml" Id="R08c546c8ea5f44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3ccf65b004fd7" /><Relationship Type="http://schemas.openxmlformats.org/officeDocument/2006/relationships/notesSlide" Target="/ppt/notesSlides/notesSlide5.xml" Id="R6a2536d2c587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c08f5be524fa3" /><Relationship Type="http://schemas.openxmlformats.org/officeDocument/2006/relationships/notesSlide" Target="/ppt/notesSlides/notesSlide6.xml" Id="Ra48d39743023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4212d780400a" /><Relationship Type="http://schemas.openxmlformats.org/officeDocument/2006/relationships/notesSlide" Target="/ppt/notesSlides/notesSlide7.xml" Id="Rfbb2f133761845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d5fa0d8c4fef" /><Relationship Type="http://schemas.openxmlformats.org/officeDocument/2006/relationships/notesSlide" Target="/ppt/notesSlides/notesSlide8.xml" Id="R3da9dfa5baab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7beae71d247e5" /><Relationship Type="http://schemas.openxmlformats.org/officeDocument/2006/relationships/notesSlide" Target="/ppt/notesSlides/notesSlide9.xml" Id="Reaa79f8a44c94d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990499274f50" /><Relationship Type="http://schemas.openxmlformats.org/officeDocument/2006/relationships/notesSlide" Target="/ppt/notesSlides/notesSlide10.xml" Id="Rbeac97404bdd4d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c67918c74c81" /><Relationship Type="http://schemas.openxmlformats.org/officeDocument/2006/relationships/notesSlide" Target="/ppt/notesSlides/notesSlide11.xml" Id="Rf0750426156f40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0431b2b949c6" /><Relationship Type="http://schemas.openxmlformats.org/officeDocument/2006/relationships/notesSlide" Target="/ppt/notesSlides/notesSlide12.xml" Id="R468413d8b2f343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7c575123541a1" /><Relationship Type="http://schemas.openxmlformats.org/officeDocument/2006/relationships/notesSlide" Target="/ppt/notesSlides/notesSlide13.xml" Id="R816a9abdf15945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e9bb94adc47da" /><Relationship Type="http://schemas.openxmlformats.org/officeDocument/2006/relationships/notesSlide" Target="/ppt/notesSlides/notesSlide14.xml" Id="R7001c74356ea4f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ffcfb1424c0e" /><Relationship Type="http://schemas.openxmlformats.org/officeDocument/2006/relationships/notesSlide" Target="/ppt/notesSlides/notesSlide15.xml" Id="R714a77f244714b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DBD98-FEF4-4215-B079-C77111F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EFCC6-DE95-4F2A-AC17-803D3CA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데이터베이스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7D896-E332-4B69-ACAE-967A9E5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Supabase 자료 저장하고 불러오기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8ACCB-B659-4438-88A6-494C69D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교육자료 한 건을 저장하고 목록으로 다시 불러옵니다.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D8BCF-22E9-4999-AB35-44BC41F3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713D-B74A-4FAA-8531-2D9499D8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00d093e284170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497B8-2899-421B-9804-1DDC84B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487948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1BA23-FE32-46E1-8D0D-8981A7E0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CA66B-FD74-44C1-BCF9-D1004E5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FB2F5-FD07-4614-BA06-CB9DD3F7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075DE-A533-4C9A-86A0-7EC1CE3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9D269-630C-432A-9508-AE14ECC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7F87-1D51-4F2D-8926-3A27FB3F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CRUD를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B7B00-9569-4F33-B464-8DB3CBF7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A35CA-8E43-4990-BF91-B51BAE6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CAD63-7800-419C-A8E2-0BC623EE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자료를 조회하고 등록합니다.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E4F92-6651-4582-809D-E734A55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68504-9D13-4579-9BC2-FBAD78D7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719222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E8944-3F33-4610-A3C5-2B2672A0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81C08-0D5D-486D-889B-0903BC5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236BF-71A2-44F5-8D59-1D4122F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B37C-9E29-4C19-B540-D140BED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5BCBC-BE9F-478A-8C2A-9940784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CRUD는 등록·조회·수정·삭제입니다. 주소록에 사람을 적고 찾고 고치고 지우는 과정과 같습니다.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2DFE2-301A-4ABC-8A8B-25DAA96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9FF34-8DFD-463F-BC08-CDE5354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CRUD를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1811383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AD9B7-F2E1-411E-BEF3-A78D74C5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E450-06A5-4CBE-8E52-8096D880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18DA2-2232-4A0D-B99C-1FD2293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7A0C0-4CB7-452F-9311-D1A2D92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5E4AF-C4E9-4779-B61C-7C5101D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14D67-E261-40B6-871D-85D09A6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기존 자료를 조회합니다.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B044D-0518-449F-A1FB-0F594608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377B2-F9E5-4DCA-8388-53006D3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D7DCA-26FC-4D53-9092-76C370B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제목을 입력합니다.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F15F8-D6BB-4419-8FD2-87E8228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099A4-1392-4583-82D8-E1CF645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4DFB9-9061-4B17-82B8-63196C6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한 건을 등록합니다.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9E4B7-3689-4A30-A9E6-C106887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87003-C184-451E-BE66-1A81848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9A2D6-8092-4F75-9E3A-A77E360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목록을 다시 읽습니다.</a:t>
            </a:r>
          </a:p>
        </p:txBody>
      </p:sp>
    </p:spTree>
    <p:extLst>
      <p:ext uri="{BB962C8B-B14F-4D97-AF65-F5344CB8AC3E}">
        <p14:creationId xmlns:p14="http://schemas.microsoft.com/office/powerpoint/2010/main" val="836659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B1C3-E839-4C7B-A858-695E58AF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E890E-50F9-461E-B3A6-5B8F107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8D80A-6FA0-4E71-BEF3-F624D7E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4C817-55FD-47B6-B8FA-6B505A75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E7E2C-E920-40DA-83C8-A3765D0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9F776-411B-4871-84D9-A53EE450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const { data } = await supabase.from('edu_lessons').select('*')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await supabase.from('edu_lessons').insert({ id: 'new', title: '새 자료'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9D65-7A3A-43DC-BCC6-7800771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2027643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DFD66-C4CC-4014-AE80-0532CD5B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DA9C7-DBF5-4528-9FBE-A4A7CA8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E9BA9-DC0E-44B9-9FCA-42EA29D6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1F672-3D5E-41CD-AE47-1E7EC8DB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49602-6EDB-41FC-A957-187A9C0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9F5B-1526-4F9A-B845-F9EA7C34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기존 자료를 조회합니다.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12526-4C96-4007-9FC5-BBBB8E0C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C5FE1-7913-4618-9A8C-09A379A1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10E3D-29E2-4E94-B795-27E35C7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제목을 입력합니다.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8D39D-4336-48A5-BD74-E7BFB643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8FFEE-4E8B-4D69-9622-ADF9CE5C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E09B0-630F-4D8A-A132-50D1B79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한 건을 등록합니다.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6676-FC37-4F7A-8A22-31AD4535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2F734-91D2-4BE0-8DF2-7A92D63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A24DD-EA92-4485-B621-0633781A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목록을 다시 읽습니다.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C6944-1975-4923-9C8F-6B2136DA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94ABD-5D46-4F2D-82A6-9B252E1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439612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3EE35-4FD9-49F8-89A2-AB7ACAD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FC865-EBBE-4590-B2B3-AE177301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6C3F3-F2A1-4F96-BE57-04ABD39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D611C-8E68-4596-BAD9-11A0C90F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41D4D-5B8F-41B8-A27B-CA5305A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“Supabase에서 교육자료를 조회하고 한 건 등록하는 예제를 만들어줘.”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E7170-286C-45CE-B876-CE0741F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3EBF-1313-4123-98E6-A54FF7EF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803479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A4232-CAC9-48C8-95B8-D9065A3B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C4402-B64D-4DEF-B29D-E617DA7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E41A-270B-4015-9F9F-C4A7A50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0FBDC-4678-462C-8BBC-B4B4705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1F752-586C-4782-A3F5-D7BD7E02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8A88F-041E-4D04-B2D3-C00C3826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새 자료가 조회되나요?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AA359-F8D9-4BE1-916E-2A8DFB72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4F686-2E7C-4A35-97CC-8C936A1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C7923-F82E-41A8-ACF1-9AB3809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error도 확인했나요?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A21CB-14F7-4E59-AEEE-772386F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658A2-7345-45A3-A4B2-701C2DF4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697BC-83FE-4B5B-AE67-4FD48EF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Supabase 데이터 저장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25FB1-F485-4DF4-9FBC-EE5B9009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806446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AAC22-8F1B-4528-BBDC-D337A3BA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57D7B-9A6E-42E5-99A7-EC2A7915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왜 배우는지 알면 실습 방향이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64D21-B772-4131-BF29-27C3852D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6D79A-9F53-4353-AEA3-D8259F17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ED04-D4BF-4D38-8AD4-3EC7BEB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1005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235"/>
                </a:solidFill>
              </a:defRPr>
            </a:pPr>
            <a:r>
              <a:rPr sz="1875">
                <a:solidFill>
                  <a:srgbClr val="182235"/>
                </a:solidFill>
              </a:rPr>
              <a:t>브라우저 저장은 한 기기에서만 보입니다. Supabase에 저장하면 허용된 사용자가 여러 기기에서 같은 자료를 볼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9AF6D-7924-4505-98F6-DBCD874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57E8"/>
                </a:solidFill>
              </a:defRPr>
            </a:pPr>
            <a:r>
              <a:rPr sz="1575" b="1">
                <a:solidFill>
                  <a:srgbClr val="6657E8"/>
                </a:solidFill>
              </a:rPr>
              <a:t>오늘 완성할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178D0-ABE6-4F6C-B881-AC3FE52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5"/>
                </a:solidFill>
              </a:defRPr>
            </a:pPr>
            <a:r>
              <a:rPr sz="2025" b="1">
                <a:solidFill>
                  <a:srgbClr val="182235"/>
                </a:solidFill>
              </a:rPr>
              <a:t>교육자료 목록을 조회하고 연습 자료 한 건을 추가한 뒤 다시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76621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EA65E-F45B-4036-9C49-04CEA3D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A374C-07DC-41C2-A46D-208087A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준비가 끝나면 실습이 훨씬 편해집니다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607D7-D0BB-4873-8DEE-777371E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60DC-3EE2-4EA1-AC25-926132D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FC1B-5F75-4C0B-8DB3-965A399C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D1FB4-01DC-41C8-B38E-3293078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668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Supabase 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41CE2-073A-4EF9-87FB-9F49E29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4B867-877A-4F2B-B512-67E34DC2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D947E-749F-4525-8255-F06778D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384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프로젝트 URL과 publishable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DE538-4004-4E59-91A4-1D27B711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50C76-FD8B-40E9-ABD8-1EC4AE0D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52794-174F-4939-9DC7-63F13AA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09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edu_lessons 테이블과 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8C60E-8D46-4E10-B9DE-26595A90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F0650-B8E6-4BCA-811B-B321CAD4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345D7-AFE1-49FA-A98E-916A96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React 프로젝트</a:t>
            </a:r>
          </a:p>
        </p:txBody>
      </p:sp>
    </p:spTree>
    <p:extLst>
      <p:ext uri="{BB962C8B-B14F-4D97-AF65-F5344CB8AC3E}">
        <p14:creationId xmlns:p14="http://schemas.microsoft.com/office/powerpoint/2010/main" val="1793200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616C7-A456-4232-9D9B-C8E107E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37D47-310C-46BB-8B3A-672CA93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코드의 역할을 하나씩 연결해 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59CA-12EF-4F1F-9DBF-2BF2B4BC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06815-F9AC-4C8C-8A7D-9C030A19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from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6818D-7C18-44AA-86EA-FF6913B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작업할 테이블을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B33EF-3380-43B2-911C-AF083C1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select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BA279-D2FB-4EE3-B766-9A446155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저장된 행을 조회합니다.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CCBDF-8C79-44D8-9DF9-1A7C27E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AD282-50FA-4A67-819C-8CDFE9C8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새 행을 추가합니다.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7337B-ECE8-451D-94D5-734DA31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AEFE1-0CE4-4FD5-84CA-83EC2220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요청 실패 이유를 담습니다.</a:t>
            </a:r>
          </a:p>
        </p:txBody>
      </p:sp>
    </p:spTree>
    <p:extLst>
      <p:ext uri="{BB962C8B-B14F-4D97-AF65-F5344CB8AC3E}">
        <p14:creationId xmlns:p14="http://schemas.microsoft.com/office/powerpoint/2010/main" val="1823699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A96FE-B539-4711-A908-752C44C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995A1-7D6B-4C21-9346-9AEDE97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오류는 첫 문장부터 차례로 해결합니다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29E8C-C937-4082-AE1E-AFC9A1B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34E4-243A-43FB-9FBF-56F4859C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4A7A-5649-4F31-A47F-3828ABF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62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493B"/>
                </a:solidFill>
              </a:defRPr>
            </a:pPr>
            <a:r>
              <a:rPr sz="1650" b="1">
                <a:solidFill>
                  <a:srgbClr val="A8493B"/>
                </a:solidFill>
              </a:rPr>
              <a:t>자료가 빈 목록이에요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756C6-E7C0-49DE-B66E-9BF5D495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테이블 이름과 프로젝트 주소를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79090-AA6E-48E2-B7C6-F094B90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820C5-4237-42B6-A278-8D2D94C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55F"/>
                </a:solidFill>
              </a:defRPr>
            </a:pPr>
            <a:r>
              <a:rPr sz="1650" b="1">
                <a:solidFill>
                  <a:srgbClr val="26755F"/>
                </a:solidFill>
              </a:rPr>
              <a:t>RLS 오류가 나요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15D8C-607F-480E-B769-59B9314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필요한 정책이 있는지 SQL Editor에서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4B2AB-9FFF-4F79-8D76-B86CBA4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A5688-4035-467A-8494-A9979320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493B"/>
                </a:solidFill>
              </a:defRPr>
            </a:pPr>
            <a:r>
              <a:rPr sz="1650" b="1">
                <a:solidFill>
                  <a:srgbClr val="A8493B"/>
                </a:solidFill>
              </a:rPr>
              <a:t>새로고침하면 예전 자료예요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3129F-3F11-4253-9DC4-5C884EC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조회 완료 후 상태를 새 데이터로 바꾸는지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267188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F2057-F3C7-4402-9A04-590DF4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6BBE1-5BE3-4DB6-BB7A-26FAFD1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상황에 맞는 Codex 요청문을 골라 쓰세요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F839-162A-4D72-9860-C124A1A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ED4F7-EA0E-4F76-80EF-FAE1BD3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8CC53-510C-4C81-992C-FA4553D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62CFE-3365-4A97-84BE-7E35AC4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192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Supabase 조회 코드를 초보자용으로 한 줄씩 설명해줘.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B184E-E4B6-4547-B911-EB09CF6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1FDF-D6C8-4562-8813-8E00EF7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7FC17-259F-4071-B967-532E4CC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907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edu_lessons에서 목록을 읽고 오류를 표시하는 함수를 만들어줘.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E1A81-9E38-4177-B27A-88CED88D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AF296-A85D-42C6-9D6D-131F5541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7A3F8-57F3-41CA-A286-840DAC15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623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관리자만 insert할 수 있는 RLS인지 점검 순서를 알려줘.</a:t>
            </a:r>
          </a:p>
        </p:txBody>
      </p:sp>
    </p:spTree>
    <p:extLst>
      <p:ext uri="{BB962C8B-B14F-4D97-AF65-F5344CB8AC3E}">
        <p14:creationId xmlns:p14="http://schemas.microsoft.com/office/powerpoint/2010/main" val="6754045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26C0-6DC6-47CA-9DFF-52F443C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F1AE-5CEA-4380-82E6-F815B93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작은 응용이 내 실력으로 바뀌는 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5EC8A-ED9A-44E7-AE97-2D50222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2F09-9AEB-4F21-9043-0C89A06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B545-73C7-410A-966D-876ED80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994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235"/>
                </a:solidFill>
              </a:defRPr>
            </a:pPr>
            <a:r>
              <a:rPr sz="2175" b="1">
                <a:solidFill>
                  <a:srgbClr val="182235"/>
                </a:solidFill>
              </a:rPr>
              <a:t>제목으로 한 자료만 찾는 eq 조건을 추가하고 결과가 없을 때 안내를 표시하세요.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1D37-68DD-454D-8A7B-A1B6B14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83"/>
                </a:solidFill>
              </a:defRPr>
            </a:pPr>
            <a:r>
              <a:rPr sz="1650">
                <a:solidFill>
                  <a:srgbClr val="657083"/>
                </a:solidFill>
              </a:rPr>
              <a:t>완성한 뒤 원래 결과와 무엇이 달라졌는지 한 문장으로 설명해 보세요.</a:t>
            </a:r>
          </a:p>
        </p:txBody>
      </p:sp>
    </p:spTree>
    <p:extLst>
      <p:ext uri="{BB962C8B-B14F-4D97-AF65-F5344CB8AC3E}">
        <p14:creationId xmlns:p14="http://schemas.microsoft.com/office/powerpoint/2010/main" val="798161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79E79-EAB9-4296-9B0C-C68C321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31C4-674C-4FB0-9D54-D75EFF7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다섯 문제로 오늘 배운 내용을 확인하세요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CC83B-4399-4A8C-838A-F1E33831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1C246-9186-42FF-98DB-12664FAF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1. CRUD의 네 기능은?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634A8-D7FD-4BB7-8939-E4BAE60E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2. publishable key를 브라우저에서 쓸 수 있는 이유는?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B4CEB-2F7F-4FE8-9D83-7A35D4C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3. service role key를 브라우저에 넣어도 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F6F52-6FE5-4B70-9259-81F33C1A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4. error를 확인해야 하는 이유는?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0E9A2-8941-4297-8778-341E543B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5. 완료 기준은?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63B5D-B7EE-429F-A8A3-1869924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정답과 해설은 EDU 홈페이지 상세 자료에서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92831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2026-08-26T01:36:35.5950000Z</dcterms:created>
  <dcterms:modified xsi:type="dcterms:W3CDTF">2026-08-26T01:36:35.5950000Z</dcterms:modified>
</coreProperties>
</file>