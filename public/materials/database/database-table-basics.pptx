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2b0dc71df34eb0" /><Relationship Type="http://schemas.openxmlformats.org/officeDocument/2006/relationships/extended-properties" Target="/docProps/app.xml" Id="R1cf0fbacaa754ed7" /><Relationship Type="http://schemas.openxmlformats.org/officeDocument/2006/relationships/officeDocument" Target="/ppt/presentation.xml" Id="R3d95725ce07441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af49a5772d41ea"/>
  </p:sldMasterIdLst>
  <p:notesMasterIdLst>
    <p:notesMasterId xmlns:r="http://schemas.openxmlformats.org/officeDocument/2006/relationships" r:id="R75b5058b537c4caf"/>
  </p:notesMasterIdLst>
  <p:sldIdLst>
    <p:sldId xmlns:r="http://schemas.openxmlformats.org/officeDocument/2006/relationships" id="256" r:id="Rc57709a0253f407d"/>
    <p:sldId xmlns:r="http://schemas.openxmlformats.org/officeDocument/2006/relationships" id="257" r:id="R308771b46a2a4179"/>
    <p:sldId xmlns:r="http://schemas.openxmlformats.org/officeDocument/2006/relationships" id="258" r:id="R9233c77580ff4e2d"/>
    <p:sldId xmlns:r="http://schemas.openxmlformats.org/officeDocument/2006/relationships" id="259" r:id="R852f379dac95452b"/>
    <p:sldId xmlns:r="http://schemas.openxmlformats.org/officeDocument/2006/relationships" id="260" r:id="Rb7d9f861ea2f4057"/>
    <p:sldId xmlns:r="http://schemas.openxmlformats.org/officeDocument/2006/relationships" id="261" r:id="Rf8ea7577e35c493c"/>
    <p:sldId xmlns:r="http://schemas.openxmlformats.org/officeDocument/2006/relationships" id="262" r:id="Rdac94d61fc2d4dc5"/>
    <p:sldId xmlns:r="http://schemas.openxmlformats.org/officeDocument/2006/relationships" id="263" r:id="Re639f517cf8243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b31319ede948ac" /><Relationship Type="http://schemas.openxmlformats.org/officeDocument/2006/relationships/slideMaster" Target="/ppt/slideMasters/slideMaster1.xml" Id="R78af49a5772d41ea" /><Relationship Type="http://schemas.openxmlformats.org/officeDocument/2006/relationships/notesMaster" Target="/ppt/notesMasters/notesMaster1.xml" Id="R75b5058b537c4caf" /><Relationship Type="http://schemas.openxmlformats.org/officeDocument/2006/relationships/presProps" Target="/ppt/presProps.xml" Id="R1967452bce694ca5" /><Relationship Type="http://schemas.openxmlformats.org/officeDocument/2006/relationships/tableStyles" Target="/ppt/tableStyles.xml" Id="Rb1617b5e4f454176" /><Relationship Type="http://schemas.openxmlformats.org/officeDocument/2006/relationships/slide" Target="/ppt/slides/slide1.xml" Id="Rc57709a0253f407d" /><Relationship Type="http://schemas.openxmlformats.org/officeDocument/2006/relationships/slide" Target="/ppt/slides/slide2.xml" Id="R308771b46a2a4179" /><Relationship Type="http://schemas.openxmlformats.org/officeDocument/2006/relationships/slide" Target="/ppt/slides/slide3.xml" Id="R9233c77580ff4e2d" /><Relationship Type="http://schemas.openxmlformats.org/officeDocument/2006/relationships/slide" Target="/ppt/slides/slide4.xml" Id="R852f379dac95452b" /><Relationship Type="http://schemas.openxmlformats.org/officeDocument/2006/relationships/slide" Target="/ppt/slides/slide5.xml" Id="Rb7d9f861ea2f4057" /><Relationship Type="http://schemas.openxmlformats.org/officeDocument/2006/relationships/slide" Target="/ppt/slides/slide6.xml" Id="Rf8ea7577e35c493c" /><Relationship Type="http://schemas.openxmlformats.org/officeDocument/2006/relationships/slide" Target="/ppt/slides/slide7.xml" Id="Rdac94d61fc2d4dc5" /><Relationship Type="http://schemas.openxmlformats.org/officeDocument/2006/relationships/slide" Target="/ppt/slides/slide8.xml" Id="Re639f517cf8243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da2a551ea842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9b272f463c4d83" /><Relationship Type="http://schemas.openxmlformats.org/officeDocument/2006/relationships/notesMaster" Target="/ppt/notesMasters/notesMaster1.xml" Id="Rc87b401d744646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b3445020a04770" /><Relationship Type="http://schemas.openxmlformats.org/officeDocument/2006/relationships/notesMaster" Target="/ppt/notesMasters/notesMaster1.xml" Id="R5d19524bb9a545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4075f9b88640e5" /><Relationship Type="http://schemas.openxmlformats.org/officeDocument/2006/relationships/notesMaster" Target="/ppt/notesMasters/notesMaster1.xml" Id="R297d79bf29904c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a165e3332d4210" /><Relationship Type="http://schemas.openxmlformats.org/officeDocument/2006/relationships/notesMaster" Target="/ppt/notesMasters/notesMaster1.xml" Id="R8fa11fe7aa5241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93517a1d684579" /><Relationship Type="http://schemas.openxmlformats.org/officeDocument/2006/relationships/notesMaster" Target="/ppt/notesMasters/notesMaster1.xml" Id="Rc843da4e4c9948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40908080d44e3b" /><Relationship Type="http://schemas.openxmlformats.org/officeDocument/2006/relationships/notesMaster" Target="/ppt/notesMasters/notesMaster1.xml" Id="R86ea05dd37d240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20ed8f3c5b43ad" /><Relationship Type="http://schemas.openxmlformats.org/officeDocument/2006/relationships/notesMaster" Target="/ppt/notesMasters/notesMaster1.xml" Id="Rbd3b7b10756e4b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7010ff49ee4f65" /><Relationship Type="http://schemas.openxmlformats.org/officeDocument/2006/relationships/notesMaster" Target="/ppt/notesMasters/notesMaster1.xml" Id="R4a674613b3064c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ecb84e7d1c4e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325471061a4eb6" /><Relationship Type="http://schemas.openxmlformats.org/officeDocument/2006/relationships/slideLayout" Target="/ppt/slideLayouts/slideLayout1.xml" Id="R6e654c7be3e34b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654c7be3e34b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dfbc84ee9424f" /><Relationship Type="http://schemas.openxmlformats.org/officeDocument/2006/relationships/image" Target="/ppt/media/image.bin" Id="Rc30faa55b25d4c0e" /><Relationship Type="http://schemas.openxmlformats.org/officeDocument/2006/relationships/notesSlide" Target="/ppt/notesSlides/notesSlide1.xml" Id="Rc50269f916fb45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0d832caa74ec6" /><Relationship Type="http://schemas.openxmlformats.org/officeDocument/2006/relationships/notesSlide" Target="/ppt/notesSlides/notesSlide2.xml" Id="R909ed63023dc45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ca62cde554b7d" /><Relationship Type="http://schemas.openxmlformats.org/officeDocument/2006/relationships/notesSlide" Target="/ppt/notesSlides/notesSlide3.xml" Id="R44752d15253041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a187133e545f7" /><Relationship Type="http://schemas.openxmlformats.org/officeDocument/2006/relationships/notesSlide" Target="/ppt/notesSlides/notesSlide4.xml" Id="R67a0a310a5f44f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5e63ae71d4ced" /><Relationship Type="http://schemas.openxmlformats.org/officeDocument/2006/relationships/notesSlide" Target="/ppt/notesSlides/notesSlide5.xml" Id="R3846a360b4c74f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e32b0cf184bc0" /><Relationship Type="http://schemas.openxmlformats.org/officeDocument/2006/relationships/notesSlide" Target="/ppt/notesSlides/notesSlide6.xml" Id="Rd03eed6967db47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faa1981e34cab" /><Relationship Type="http://schemas.openxmlformats.org/officeDocument/2006/relationships/notesSlide" Target="/ppt/notesSlides/notesSlide7.xml" Id="R4046bc5ca3654b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4a679cfaa4022" /><Relationship Type="http://schemas.openxmlformats.org/officeDocument/2006/relationships/notesSlide" Target="/ppt/notesSlides/notesSlide8.xml" Id="R000ab18dd5834c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439D3-CFB7-4962-8723-9084EC4E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79EE7-B66A-4ACF-9DEB-3C842F7D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데이터베이스 · 입문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D3DCB-4643-4397-8441-DD16D52B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데이터베이스 표 구조 이해하기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CA8CE-57B8-4441-8567-B00BF450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교육자료 표를 만들며 테이블·행·열을 이해합니다.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290CE-9039-4DBD-9D53-1524A881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85962-CE0F-4A8A-97C1-5D220FBC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25분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faa55b25d4c0e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34476-6DFB-446E-B5B0-49FCE71B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240373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2A928-AC31-4B69-A38C-FB39B4C4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2C933-B881-4FE6-BD8E-B2E5F352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B77C1-B93B-4004-8F97-C81E6CD2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D9B23-1837-41D4-8A08-582043CB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84E6C-5006-4664-871F-C14B604B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1A7AC-154E-4C11-A0A4-157F59B3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테이블·행·열을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26139-B27F-4514-9CD7-8DBBB998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6BEAC-3201-4F38-B6D5-977A08F8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6B608-51BD-4EFF-B030-50F97C50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필요한 열을 정합니다.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6AB23-C5F4-4639-B50A-DA89B39D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377B8-9C79-47B8-8DA6-5944BF87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268860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43524-1086-46F2-9109-78892706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B05D4-E690-4D77-A3C3-AD7F9F0F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29234-8328-4AB2-9E9F-46FE408B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868AB-EC7C-43E0-9E81-B74A2683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B2C92-5872-46E8-8A49-B4B8CEC4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데이터베이스 테이블은 엑셀 표와 비슷합니다. 열은 정보의 종류, 행은 자료 한 건, id는 번호표입니다.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37796-7BFA-4F19-83D4-5E0D4DFB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0F743-8939-4EF2-995E-4BD8CBF0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테이블·행·열을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2211156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C2EEC-EB8C-4BC1-85FE-8704D51E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E601D-2000-4420-8BA4-8BAEE0C9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77164-010E-4A3B-88A2-44723D8A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38168-F0E8-4676-AD09-1AB10E0B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B5334-2FB6-4114-972E-83137A46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7E48C-7A34-4AE6-9306-E3705EA9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자료 표를 그립니다.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F0EBB-2A6D-49B7-BCAD-ED272619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4CD44-8173-4844-9BD9-AFA40823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EF223-F8A7-40C6-B93F-9971F34D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id·제목·분야 열을 적습니다.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33957-86D8-43F3-992D-A15D331C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20A07-B844-4A8F-B504-2AED5DEA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3AC89-773D-4C30-A6C4-6C3CBCEC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세 행을 적습니다.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963E2-DC6D-4AC4-A2F5-34660A07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AF96F-5241-401B-950E-1346EF87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49C9D-ABDF-48D4-AFBE-B5BBB7BD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id 중복을 봅니다.</a:t>
            </a:r>
          </a:p>
        </p:txBody>
      </p:sp>
    </p:spTree>
    <p:extLst>
      <p:ext uri="{BB962C8B-B14F-4D97-AF65-F5344CB8AC3E}">
        <p14:creationId xmlns:p14="http://schemas.microsoft.com/office/powerpoint/2010/main" val="1739254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11BFF-6A4C-496B-9CF2-C6A928A2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4C0D5-D651-4E57-8141-7C7EAE8A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D19F7-6843-479B-B9B5-F19EFE13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BAE9F-3705-4C41-9B81-DAA9950C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FC493-E5B7-4AB6-AF1B-E8C94CC6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5F084-913F-4471-A705-C32002F4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create table edu_lessons (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  id text primary key,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  title text not null,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  category text not null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19A76-73F5-495D-8CC1-E876AA60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6039086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55EF6-A2C2-4AA5-A9A1-A45F9639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C1A5F-DB1E-4E96-8EB8-7E2F68AF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011E9-A0E1-4C01-990C-02818B02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407F6-7045-47B9-8807-5AB019ED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93B58-9B3C-4A66-8983-07BDA9A0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DC874-0DE7-4634-BE26-E8DCC678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자료 표를 그립니다.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47C29-5036-4611-9A29-A10F91C2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4CD1D-9ACE-4036-905C-F640C233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1583D-827B-4CCE-A71E-01D3F155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id·제목·분야 열을 적습니다.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8493C-433F-49AF-B541-0BF2EE8A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8B67C-66F4-415E-88B7-2348A301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302A0-8DBA-4728-A35D-7A0A7D2E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세 행을 적습니다.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C4829-4F64-46B9-AC44-2C38F779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4FFBD-BB32-4EBB-B898-DDA1960A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21726-CA48-4D2A-B2CD-8B6FECE4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id 중복을 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43CBC-0EFB-465F-852E-D8F55D30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4F3C4-81A7-487D-9079-0D960E93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18033097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57362-9FA8-4F55-AB8E-83AC4AEC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E4A34-A92D-4AD8-9922-906C4322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7C243-1661-4BC0-B8C3-3DDAA72B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F7A2A-99E2-4FEB-8888-C5F671F9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7F59B-D4A3-4923-9E30-ABAE096D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“교육자료 표를 만들고 테이블, 행, 열, 기본키를 설명해줘.”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65A6C-8CA0-4A0C-B451-1EBCD6D9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34C50-8420-43D5-8C45-87C4237A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760660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3052C-D826-488E-A665-A6687C16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8C1C9-2B60-4164-AF48-57BAC4B9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262A6-87F5-43D8-9BF9-16297C41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579BA-915E-4AEF-8F2C-74F1ADB9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EDCD5-6AF0-4B93-96EA-EA3196B0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1FA07-125E-4D0F-9F77-691775AA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한 행의 뜻을 아나요?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72E6F-44FB-496C-BFCB-C856AE33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264F4-EB3E-4294-B9E9-8942C588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1BE26-FEA2-45F5-8A3D-BAB57DAB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id가 중복되면 안 되는 이유를 아나요?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DF137-D4CC-40B5-BA7B-D9789399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EAAF9-3D4D-4CEB-A3AE-6424E65E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94DA0-061B-47ED-9206-B4BA5148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Supabase 데이터 저장 입문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5B6BC-6125-4928-ACA1-3731CC89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1518956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2026-08-26T00:52:13.0430000Z</dcterms:created>
  <dcterms:modified xsi:type="dcterms:W3CDTF">2026-08-26T00:52:13.0430000Z</dcterms:modified>
</coreProperties>
</file>