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7880e381d4a71" /><Relationship Type="http://schemas.openxmlformats.org/officeDocument/2006/relationships/extended-properties" Target="/docProps/app.xml" Id="R832276e821044895" /><Relationship Type="http://schemas.openxmlformats.org/officeDocument/2006/relationships/officeDocument" Target="/ppt/presentation.xml" Id="R210aaaf8af944a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e539087c114419"/>
  </p:sldMasterIdLst>
  <p:notesMasterIdLst>
    <p:notesMasterId xmlns:r="http://schemas.openxmlformats.org/officeDocument/2006/relationships" r:id="R41cad6fad45d43b9"/>
  </p:notesMasterIdLst>
  <p:sldIdLst>
    <p:sldId xmlns:r="http://schemas.openxmlformats.org/officeDocument/2006/relationships" id="256" r:id="R06c0a3cf7977419c"/>
    <p:sldId xmlns:r="http://schemas.openxmlformats.org/officeDocument/2006/relationships" id="257" r:id="R6e8e44b04ce34551"/>
    <p:sldId xmlns:r="http://schemas.openxmlformats.org/officeDocument/2006/relationships" id="258" r:id="Rd5e0b2080c1441ce"/>
    <p:sldId xmlns:r="http://schemas.openxmlformats.org/officeDocument/2006/relationships" id="259" r:id="R2442e759e50e4296"/>
    <p:sldId xmlns:r="http://schemas.openxmlformats.org/officeDocument/2006/relationships" id="260" r:id="Raf222723c17445fd"/>
    <p:sldId xmlns:r="http://schemas.openxmlformats.org/officeDocument/2006/relationships" id="261" r:id="R37303b6d8d4e4e61"/>
    <p:sldId xmlns:r="http://schemas.openxmlformats.org/officeDocument/2006/relationships" id="262" r:id="R5f1722beb22b4c4b"/>
    <p:sldId xmlns:r="http://schemas.openxmlformats.org/officeDocument/2006/relationships" id="263" r:id="Rb8cfa9d247974b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813ca345b14ae2" /><Relationship Type="http://schemas.openxmlformats.org/officeDocument/2006/relationships/slideMaster" Target="/ppt/slideMasters/slideMaster1.xml" Id="Rdfe539087c114419" /><Relationship Type="http://schemas.openxmlformats.org/officeDocument/2006/relationships/notesMaster" Target="/ppt/notesMasters/notesMaster1.xml" Id="R41cad6fad45d43b9" /><Relationship Type="http://schemas.openxmlformats.org/officeDocument/2006/relationships/presProps" Target="/ppt/presProps.xml" Id="R3b38d958164d480d" /><Relationship Type="http://schemas.openxmlformats.org/officeDocument/2006/relationships/tableStyles" Target="/ppt/tableStyles.xml" Id="Rb97d494122784a6d" /><Relationship Type="http://schemas.openxmlformats.org/officeDocument/2006/relationships/slide" Target="/ppt/slides/slide1.xml" Id="R06c0a3cf7977419c" /><Relationship Type="http://schemas.openxmlformats.org/officeDocument/2006/relationships/slide" Target="/ppt/slides/slide2.xml" Id="R6e8e44b04ce34551" /><Relationship Type="http://schemas.openxmlformats.org/officeDocument/2006/relationships/slide" Target="/ppt/slides/slide3.xml" Id="Rd5e0b2080c1441ce" /><Relationship Type="http://schemas.openxmlformats.org/officeDocument/2006/relationships/slide" Target="/ppt/slides/slide4.xml" Id="R2442e759e50e4296" /><Relationship Type="http://schemas.openxmlformats.org/officeDocument/2006/relationships/slide" Target="/ppt/slides/slide5.xml" Id="Raf222723c17445fd" /><Relationship Type="http://schemas.openxmlformats.org/officeDocument/2006/relationships/slide" Target="/ppt/slides/slide6.xml" Id="R37303b6d8d4e4e61" /><Relationship Type="http://schemas.openxmlformats.org/officeDocument/2006/relationships/slide" Target="/ppt/slides/slide7.xml" Id="R5f1722beb22b4c4b" /><Relationship Type="http://schemas.openxmlformats.org/officeDocument/2006/relationships/slide" Target="/ppt/slides/slide8.xml" Id="Rb8cfa9d24797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c27241adaf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34a3d02af4a93" /><Relationship Type="http://schemas.openxmlformats.org/officeDocument/2006/relationships/notesMaster" Target="/ppt/notesMasters/notesMaster1.xml" Id="R85263b7f464d4d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8be6314c4a4041" /><Relationship Type="http://schemas.openxmlformats.org/officeDocument/2006/relationships/notesMaster" Target="/ppt/notesMasters/notesMaster1.xml" Id="R457d858b04e14c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3b41896e634fea" /><Relationship Type="http://schemas.openxmlformats.org/officeDocument/2006/relationships/notesMaster" Target="/ppt/notesMasters/notesMaster1.xml" Id="R28d8d9a82a4e44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1e70021aab467b" /><Relationship Type="http://schemas.openxmlformats.org/officeDocument/2006/relationships/notesMaster" Target="/ppt/notesMasters/notesMaster1.xml" Id="R044c4888e7bc4c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d1b83741254a97" /><Relationship Type="http://schemas.openxmlformats.org/officeDocument/2006/relationships/notesMaster" Target="/ppt/notesMasters/notesMaster1.xml" Id="Rd849d51556934d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1fca0f60d3485b" /><Relationship Type="http://schemas.openxmlformats.org/officeDocument/2006/relationships/notesMaster" Target="/ppt/notesMasters/notesMaster1.xml" Id="R12a91a31701547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ed78d3c88c4f17" /><Relationship Type="http://schemas.openxmlformats.org/officeDocument/2006/relationships/notesMaster" Target="/ppt/notesMasters/notesMaster1.xml" Id="Rc7dda56d2c924c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32f16ca76142a6" /><Relationship Type="http://schemas.openxmlformats.org/officeDocument/2006/relationships/notesMaster" Target="/ppt/notesMasters/notesMaster1.xml" Id="R856cbc970b994b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434cbd24446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7c5e7522f54dfb" /><Relationship Type="http://schemas.openxmlformats.org/officeDocument/2006/relationships/slideLayout" Target="/ppt/slideLayouts/slideLayout1.xml" Id="Racee0b9c7b9347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ee0b9c7b9347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d7d270ea54b49" /><Relationship Type="http://schemas.openxmlformats.org/officeDocument/2006/relationships/image" Target="/ppt/media/image.bin" Id="R2804ca288aae4c53" /><Relationship Type="http://schemas.openxmlformats.org/officeDocument/2006/relationships/notesSlide" Target="/ppt/notesSlides/notesSlide1.xml" Id="R8a9f1173c79340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69eb9afe34cb5" /><Relationship Type="http://schemas.openxmlformats.org/officeDocument/2006/relationships/notesSlide" Target="/ppt/notesSlides/notesSlide2.xml" Id="Rd129c73229fe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319c8aa304820" /><Relationship Type="http://schemas.openxmlformats.org/officeDocument/2006/relationships/notesSlide" Target="/ppt/notesSlides/notesSlide3.xml" Id="R6b5a319a7ea542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c86e5d38b4979" /><Relationship Type="http://schemas.openxmlformats.org/officeDocument/2006/relationships/notesSlide" Target="/ppt/notesSlides/notesSlide4.xml" Id="R158058edb48e40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1f5235528422b" /><Relationship Type="http://schemas.openxmlformats.org/officeDocument/2006/relationships/notesSlide" Target="/ppt/notesSlides/notesSlide5.xml" Id="R8874b3cb94ee4c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8fb8423884e25" /><Relationship Type="http://schemas.openxmlformats.org/officeDocument/2006/relationships/notesSlide" Target="/ppt/notesSlides/notesSlide6.xml" Id="Rd86dc558eeea48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f16a7c907484f" /><Relationship Type="http://schemas.openxmlformats.org/officeDocument/2006/relationships/notesSlide" Target="/ppt/notesSlides/notesSlide7.xml" Id="R1d3526bf835441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0e0a7cc974a1e" /><Relationship Type="http://schemas.openxmlformats.org/officeDocument/2006/relationships/notesSlide" Target="/ppt/notesSlides/notesSlide8.xml" Id="Re7424fbdd20f4d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C04DC-C7E5-40E1-AA11-3A3BCA3E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D91C6-BA6B-407C-A44A-64C36B65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57E8"/>
                </a:solidFill>
              </a:defRPr>
            </a:pPr>
            <a:r>
              <a:rPr sz="1350" b="1">
                <a:solidFill>
                  <a:srgbClr val="6657E8"/>
                </a:solidFill>
              </a:rPr>
              <a:t>배포 및 운영 · 기초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42DAF-5291-41D3-8943-99FE872A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235"/>
                </a:solidFill>
              </a:defRPr>
            </a:pPr>
            <a:r>
              <a:rPr sz="3900" b="1">
                <a:solidFill>
                  <a:srgbClr val="182235"/>
                </a:solidFill>
              </a:rPr>
              <a:t>실제 홈페이지 공개하고 점검하기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23A05-5B6E-4658-B986-B3691352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083"/>
                </a:solidFill>
              </a:defRPr>
            </a:pPr>
            <a:r>
              <a:rPr sz="1800">
                <a:solidFill>
                  <a:srgbClr val="657083"/>
                </a:solidFill>
              </a:rPr>
              <a:t>공개 주소에서 메뉴·이미지·모바일 화면을 점검합니다.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3E02E-5395-48E0-BA6D-B31B21BE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66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65CF0-5A16-4FFD-8CF2-AE6CF514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 30분 학습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4ca288aae4c53"/>
          <a:srcRect xmlns:a="http://schemas.openxmlformats.org/drawingml/2006/main" l="17949" t="0" r="179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857250"/>
            <a:ext cx="4762500" cy="495300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93DE8-CCBC-404D-8657-C401596E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083"/>
                </a:solidFill>
              </a:defRPr>
            </a:pPr>
            <a:r>
              <a:rPr sz="1125">
                <a:solidFill>
                  <a:srgbClr val="657083"/>
                </a:solidFill>
              </a:rPr>
              <a:t>EDU 웹개발 교육 플랫폼</a:t>
            </a:r>
          </a:p>
        </p:txBody>
      </p:sp>
    </p:spTree>
    <p:extLst>
      <p:ext uri="{BB962C8B-B14F-4D97-AF65-F5344CB8AC3E}">
        <p14:creationId xmlns:p14="http://schemas.microsoft.com/office/powerpoint/2010/main" val="1816224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4D203-A416-4EC0-BC8E-49BB9CA3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BC5C9-7CF9-4D95-B921-4FE0E1EE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오늘은 이것을 할 수 있게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00B75-5D85-476D-8FF4-1E592039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C013E-DAEE-4B7A-99C2-B6725A0C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A3951-6E32-408F-9BB2-945F604F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42F67-E5EB-46C4-BBC9-F9576D4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097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빌드와 배포를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226A5-0B03-461A-913F-9E134704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BA205-3A5C-48AE-A8E0-7165A82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46569-7B78-447C-92A0-3BB38073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812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공개 주소를 점검합니다.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7FFF7-0D26-45EB-BBA6-EDBF1EB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64D40-FBD4-4503-BEF9-C16BDFE9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958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외우기보다 직접 실행하고</a:t>
            </a:r>
          </a:p>
          <a:p xmlns:a="http://schemas.openxmlformats.org/drawingml/2006/main">
            <a:pPr algn="ctr">
              <a:defRPr sz="1500" b="1">
                <a:solidFill>
                  <a:srgbClr val="A8493B"/>
                </a:solidFill>
              </a:defRPr>
            </a:pPr>
            <a:r>
              <a:rPr sz="1500" b="1">
                <a:solidFill>
                  <a:srgbClr val="A8493B"/>
                </a:solidFill>
              </a:rPr>
              <a:t>바뀐 결과를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829542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FD83D-7D3B-4448-9C66-1E476310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7F929-E7B6-4400-A26C-98832608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생활 속 비유로 먼저 이해해요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30FDF-92B9-4BA5-8397-012BE99F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5E104-4FEB-42D1-A904-80B27F5A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92B1B-FD73-41F0-A888-083CBDFA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2235"/>
                </a:solidFill>
              </a:defRPr>
            </a:pPr>
            <a:r>
              <a:rPr sz="2100">
                <a:solidFill>
                  <a:srgbClr val="182235"/>
                </a:solidFill>
              </a:rPr>
              <a:t>배포는 웹사이트를 다른 사람이 접속하는 주소에 올리는 일입니다. 내 컴퓨터가 아닌 공개 주소에서 다시 확인해야 완료입니다.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9AD68-AA2C-476B-AB70-57F0CACE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한 문장으로 말해보기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4B656-C326-4E9B-B291-9BB69F9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빌드와 배포를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2072475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E5442-228C-4491-81D5-EE8AE8E0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AE2F9-EE43-4013-A8DB-8379B4F1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작동 순서는 네 단계면 충분합니다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F6ACE-5C99-490E-8FC0-5732BD08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5F84-55D4-4EC7-8031-C2ED564C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0A104-F923-4235-A014-264599D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26631-9D4B-400D-91C5-92A6D12B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Actions 성공을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B8A72-FFB3-4D16-958D-2610797F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98547-EA6A-4E0F-BE5D-63EA0E44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3EF08-AC7F-47EF-8231-62F8270C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공개 주소를 엽니다.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59D8C-64DA-418A-8059-0967EBF5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29F80-7533-48A4-8486-1569C59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83AE4-A1BA-4B5A-82B0-30E20B59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메뉴와 상세를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E3412-148A-4573-B068-B28D164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F4455-1413-402E-9C45-565B7A79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F441A-F5EE-48F7-8690-4288B5CA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모바일과 새로고침을 봅니다.</a:t>
            </a:r>
          </a:p>
        </p:txBody>
      </p:sp>
    </p:spTree>
    <p:extLst>
      <p:ext uri="{BB962C8B-B14F-4D97-AF65-F5344CB8AC3E}">
        <p14:creationId xmlns:p14="http://schemas.microsoft.com/office/powerpoint/2010/main" val="1283267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B8AC2-1A85-40AD-8177-DBED5E47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851F0-8C54-4E98-A489-BD1736A1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예제 코드를 한 줄씩 살펴보세요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C143A-0104-4F56-BE91-B789C6F6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07238-1ADA-4BC3-AC1D-714BA516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E4E7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5E731-ABAC-4F77-87A8-DC622C8F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657E8"/>
                </a:solidFill>
              </a:defRPr>
            </a:pPr>
            <a:r>
              <a:rPr sz="1275" b="1">
                <a:solidFill>
                  <a:srgbClr val="6657E8"/>
                </a:solidFill>
              </a:rPr>
              <a:t>터미널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26CBC-3211-4D74-8C8A-E0D7985E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134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npm run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24304A"/>
                </a:solidFill>
              </a:defRPr>
            </a:pPr>
            <a:r>
              <a:rPr sz="1425">
                <a:solidFill>
                  <a:srgbClr val="24304A"/>
                </a:solidFill>
              </a:rPr>
              <a:t>https://cursaman.github.io/edu/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A1085-7545-4E5F-A125-86A20576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083"/>
                </a:solidFill>
              </a:defRPr>
            </a:pPr>
            <a:r>
              <a:rPr sz="1425">
                <a:solidFill>
                  <a:srgbClr val="657083"/>
                </a:solidFill>
              </a:rPr>
              <a:t>처음에는 그대로 실행하고, 문장이나 숫자 하나만 바꿔 보세요.</a:t>
            </a:r>
          </a:p>
        </p:txBody>
      </p:sp>
    </p:spTree>
    <p:extLst>
      <p:ext uri="{BB962C8B-B14F-4D97-AF65-F5344CB8AC3E}">
        <p14:creationId xmlns:p14="http://schemas.microsoft.com/office/powerpoint/2010/main" val="1389153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5D8D0-549C-44D0-8AF7-C5342C30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691CF-D6F0-46F5-9E51-6E78C625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10분 실습은 작은 성공을 만드는 시간입니다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E3778-95B5-4E40-8FDF-4E07432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2FDA0-97AF-4B51-8345-73B4968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FFC5C-DC40-4CC2-918F-A1F0781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A4BDB-4E82-48E7-A74D-96B14522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478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Actions 성공을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6C5C0-1DBF-403E-8338-5D7FA0EA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3995A-7EDA-459A-B5A2-F810A45D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E7F09-AAD9-4806-A66F-BA293023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193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공개 주소를 엽니다.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CFEEC-16A4-452A-9E9A-57F3C7FC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5F996-12BE-4DA8-B491-A35F1C86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19BBA-7061-417D-A662-AA9DC52A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메뉴와 상세를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354E4-C650-49C5-B54C-5C6BEA7A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7E39A-854B-4365-86BC-3F97ED55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C7A5"/>
                </a:solidFill>
              </a:defRPr>
            </a:pPr>
            <a:r>
              <a:rPr sz="1500" b="1">
                <a:solidFill>
                  <a:srgbClr val="57C7A5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7F033-576F-4AE2-B755-C8E73C2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모바일과 새로고침을 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ACEC5-1427-4CEF-95F2-8C5916D6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95900"/>
            <a:ext cx="3333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7C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DA06B-10AB-452F-A0FA-977712B1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578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완료: 화면에서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408794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633C6-F764-4E25-9661-9231ADB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73A65-86B8-4AD1-9CBE-DE8B5DD6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Codex에는 이렇게 요청하세요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D1BB6-83F4-484A-AE43-BF3C7521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8AB2B-CEF9-4D8E-82E5-234D5B62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BB7A1-6110-4A72-807B-42AE2CF6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9944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03A84"/>
                </a:solidFill>
              </a:defRPr>
            </a:pPr>
            <a:r>
              <a:rPr sz="2025" b="1">
                <a:solidFill>
                  <a:srgbClr val="403A84"/>
                </a:solidFill>
              </a:rPr>
              <a:t>“공개 홈페이지에서 메뉴, 이미지, 상세 주소, 모바일 화면을 점검해줘.”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F3DAD-71B7-4FBF-A285-F5C837AE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57E8"/>
                </a:solidFill>
              </a:defRPr>
            </a:pPr>
            <a:r>
              <a:rPr sz="1500" b="1">
                <a:solidFill>
                  <a:srgbClr val="6657E8"/>
                </a:solidFill>
              </a:rPr>
              <a:t>좋은 요청의 세 가지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813E7-3A62-4C98-B50F-3625E4A5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2235"/>
                </a:solidFill>
              </a:defRPr>
            </a:pPr>
            <a:r>
              <a:rPr sz="1650">
                <a:solidFill>
                  <a:srgbClr val="182235"/>
                </a:solidFill>
              </a:rPr>
              <a:t>① 바꿀 대상  ② 유지할 기능  ③ 확인 방법</a:t>
            </a:r>
          </a:p>
        </p:txBody>
      </p:sp>
    </p:spTree>
    <p:extLst>
      <p:ext uri="{BB962C8B-B14F-4D97-AF65-F5344CB8AC3E}">
        <p14:creationId xmlns:p14="http://schemas.microsoft.com/office/powerpoint/2010/main" val="430754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C8113-AA5A-4849-A985-DD26273F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882A2-C4C0-4777-9381-C078BBE4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2235"/>
                </a:solidFill>
              </a:defRPr>
            </a:pPr>
            <a:r>
              <a:rPr sz="2700" b="1">
                <a:solidFill>
                  <a:srgbClr val="182235"/>
                </a:solidFill>
              </a:rPr>
              <a:t>직접 확인하면 오늘 학습이 완성됩니다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E547A-D558-4F6F-ACCC-99BEFB9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083"/>
                </a:solidFill>
              </a:defRPr>
            </a:pPr>
            <a:r>
              <a:rPr sz="975">
                <a:solidFill>
                  <a:srgbClr val="657083"/>
                </a:solidFill>
              </a:rPr>
              <a:t>EDU 웹개발 교육 플랫폼  ·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8DD43-90BE-4958-A4B3-2538B49C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A3281-25E6-42CB-B86E-F55FBC63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BBFDE-11A4-4EAA-864C-F2757B5C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빈 화면 없이 열리나요?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1DE84-F1C6-44D0-946F-7227277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EDEFD-4F17-4E4A-9E06-E67F5B4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B6B"/>
                </a:solidFill>
              </a:defRPr>
            </a:pPr>
            <a:r>
              <a:rPr sz="1500" b="1">
                <a:solidFill>
                  <a:srgbClr val="FF7B6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BF68A-B2ED-4931-8E8A-799EE48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86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2235"/>
                </a:solidFill>
              </a:defRPr>
            </a:pPr>
            <a:r>
              <a:rPr sz="1800">
                <a:solidFill>
                  <a:srgbClr val="182235"/>
                </a:solidFill>
              </a:rPr>
              <a:t>이미지와 상세가 나오나요?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47E43-D592-498A-AE39-50250844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EE8D0-BC6E-4884-8961-33ED6415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755F"/>
                </a:solidFill>
              </a:defRPr>
            </a:pPr>
            <a:r>
              <a:rPr sz="1425" b="1">
                <a:solidFill>
                  <a:srgbClr val="26755F"/>
                </a:solidFill>
              </a:rPr>
              <a:t>관련 교육 프로그램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7C922-7150-4D33-B037-396CDC92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235"/>
                </a:solidFill>
              </a:defRPr>
            </a:pPr>
            <a:r>
              <a:rPr sz="1875" b="1">
                <a:solidFill>
                  <a:srgbClr val="182235"/>
                </a:solidFill>
              </a:rPr>
              <a:t>GitHub와 Vercel 배포 입문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0B44B-4D25-4F33-9FB2-ADB5F4F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054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083"/>
                </a:solidFill>
              </a:defRPr>
            </a:pPr>
            <a:r>
              <a:rPr sz="1275">
                <a:solidFill>
                  <a:srgbClr val="657083"/>
                </a:solidFill>
              </a:rPr>
              <a:t>홈페이지에서 학습 완료를 표시하고 다음 자료로 이어가세요.</a:t>
            </a:r>
          </a:p>
        </p:txBody>
      </p:sp>
    </p:spTree>
    <p:extLst>
      <p:ext uri="{BB962C8B-B14F-4D97-AF65-F5344CB8AC3E}">
        <p14:creationId xmlns:p14="http://schemas.microsoft.com/office/powerpoint/2010/main" val="613488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2026-08-26T00:52:24.0670000Z</dcterms:created>
  <dcterms:modified xsi:type="dcterms:W3CDTF">2026-08-26T00:52:24.0670000Z</dcterms:modified>
</coreProperties>
</file>