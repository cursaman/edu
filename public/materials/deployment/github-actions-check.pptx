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4b2af09554b98" /><Relationship Type="http://schemas.openxmlformats.org/officeDocument/2006/relationships/extended-properties" Target="/docProps/app.xml" Id="R9796935e255c4439" /><Relationship Type="http://schemas.openxmlformats.org/officeDocument/2006/relationships/officeDocument" Target="/ppt/presentation.xml" Id="Rf68716190530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bd0e1fab0840bb"/>
  </p:sldMasterIdLst>
  <p:notesMasterIdLst>
    <p:notesMasterId xmlns:r="http://schemas.openxmlformats.org/officeDocument/2006/relationships" r:id="R9138322f50fe4a5e"/>
  </p:notesMasterIdLst>
  <p:sldIdLst>
    <p:sldId xmlns:r="http://schemas.openxmlformats.org/officeDocument/2006/relationships" id="256" r:id="R0192ab1607be4f26"/>
    <p:sldId xmlns:r="http://schemas.openxmlformats.org/officeDocument/2006/relationships" id="257" r:id="Rff8e09ff6cc94394"/>
    <p:sldId xmlns:r="http://schemas.openxmlformats.org/officeDocument/2006/relationships" id="258" r:id="R06791a216e624df2"/>
    <p:sldId xmlns:r="http://schemas.openxmlformats.org/officeDocument/2006/relationships" id="259" r:id="R68f95c3da4c2474a"/>
    <p:sldId xmlns:r="http://schemas.openxmlformats.org/officeDocument/2006/relationships" id="260" r:id="R53d1fcd273d84f3a"/>
    <p:sldId xmlns:r="http://schemas.openxmlformats.org/officeDocument/2006/relationships" id="261" r:id="Ree05f59e1fe64485"/>
    <p:sldId xmlns:r="http://schemas.openxmlformats.org/officeDocument/2006/relationships" id="262" r:id="R05e155d4474b4220"/>
    <p:sldId xmlns:r="http://schemas.openxmlformats.org/officeDocument/2006/relationships" id="263" r:id="R014945038e6249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b8c25a9154632" /><Relationship Type="http://schemas.openxmlformats.org/officeDocument/2006/relationships/slideMaster" Target="/ppt/slideMasters/slideMaster1.xml" Id="Rfabd0e1fab0840bb" /><Relationship Type="http://schemas.openxmlformats.org/officeDocument/2006/relationships/notesMaster" Target="/ppt/notesMasters/notesMaster1.xml" Id="R9138322f50fe4a5e" /><Relationship Type="http://schemas.openxmlformats.org/officeDocument/2006/relationships/presProps" Target="/ppt/presProps.xml" Id="R387afb0b60844a3d" /><Relationship Type="http://schemas.openxmlformats.org/officeDocument/2006/relationships/tableStyles" Target="/ppt/tableStyles.xml" Id="Raf1a2d33552f4aec" /><Relationship Type="http://schemas.openxmlformats.org/officeDocument/2006/relationships/slide" Target="/ppt/slides/slide1.xml" Id="R0192ab1607be4f26" /><Relationship Type="http://schemas.openxmlformats.org/officeDocument/2006/relationships/slide" Target="/ppt/slides/slide2.xml" Id="Rff8e09ff6cc94394" /><Relationship Type="http://schemas.openxmlformats.org/officeDocument/2006/relationships/slide" Target="/ppt/slides/slide3.xml" Id="R06791a216e624df2" /><Relationship Type="http://schemas.openxmlformats.org/officeDocument/2006/relationships/slide" Target="/ppt/slides/slide4.xml" Id="R68f95c3da4c2474a" /><Relationship Type="http://schemas.openxmlformats.org/officeDocument/2006/relationships/slide" Target="/ppt/slides/slide5.xml" Id="R53d1fcd273d84f3a" /><Relationship Type="http://schemas.openxmlformats.org/officeDocument/2006/relationships/slide" Target="/ppt/slides/slide6.xml" Id="Ree05f59e1fe64485" /><Relationship Type="http://schemas.openxmlformats.org/officeDocument/2006/relationships/slide" Target="/ppt/slides/slide7.xml" Id="R05e155d4474b4220" /><Relationship Type="http://schemas.openxmlformats.org/officeDocument/2006/relationships/slide" Target="/ppt/slides/slide8.xml" Id="R014945038e6249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3db03e654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40be2e07c45d8" /><Relationship Type="http://schemas.openxmlformats.org/officeDocument/2006/relationships/notesMaster" Target="/ppt/notesMasters/notesMaster1.xml" Id="Rb881e98c3baa47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bda79720794507" /><Relationship Type="http://schemas.openxmlformats.org/officeDocument/2006/relationships/notesMaster" Target="/ppt/notesMasters/notesMaster1.xml" Id="Rcc183e9cd8e5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23d23220144b0" /><Relationship Type="http://schemas.openxmlformats.org/officeDocument/2006/relationships/notesMaster" Target="/ppt/notesMasters/notesMaster1.xml" Id="Re2475985c7e147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f0b6a41e4845da" /><Relationship Type="http://schemas.openxmlformats.org/officeDocument/2006/relationships/notesMaster" Target="/ppt/notesMasters/notesMaster1.xml" Id="Rc8977161759c4e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5240669ac041a2" /><Relationship Type="http://schemas.openxmlformats.org/officeDocument/2006/relationships/notesMaster" Target="/ppt/notesMasters/notesMaster1.xml" Id="R5e23c425453246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ea46152a4417b" /><Relationship Type="http://schemas.openxmlformats.org/officeDocument/2006/relationships/notesMaster" Target="/ppt/notesMasters/notesMaster1.xml" Id="R7b8136b6c70e44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407a069d324e0b" /><Relationship Type="http://schemas.openxmlformats.org/officeDocument/2006/relationships/notesMaster" Target="/ppt/notesMasters/notesMaster1.xml" Id="Rfc421a9fb1474e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1449ea0d1045ee" /><Relationship Type="http://schemas.openxmlformats.org/officeDocument/2006/relationships/notesMaster" Target="/ppt/notesMasters/notesMaster1.xml" Id="R51e5d0b19d424b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0969111da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8ade6be064855" /><Relationship Type="http://schemas.openxmlformats.org/officeDocument/2006/relationships/slideLayout" Target="/ppt/slideLayouts/slideLayout1.xml" Id="Rbfedb19b0ac942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edb19b0ac942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1b7e197a34e60" /><Relationship Type="http://schemas.openxmlformats.org/officeDocument/2006/relationships/image" Target="/ppt/media/image.bin" Id="R4efdcf7d4b524afc" /><Relationship Type="http://schemas.openxmlformats.org/officeDocument/2006/relationships/notesSlide" Target="/ppt/notesSlides/notesSlide1.xml" Id="Rfb158e29b80445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a2cdab09b4de2" /><Relationship Type="http://schemas.openxmlformats.org/officeDocument/2006/relationships/notesSlide" Target="/ppt/notesSlides/notesSlide2.xml" Id="Rc9afb6c0318642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7a72f3f0348aa" /><Relationship Type="http://schemas.openxmlformats.org/officeDocument/2006/relationships/notesSlide" Target="/ppt/notesSlides/notesSlide3.xml" Id="R6d55c9d1814a40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6d447edb14a7f" /><Relationship Type="http://schemas.openxmlformats.org/officeDocument/2006/relationships/notesSlide" Target="/ppt/notesSlides/notesSlide4.xml" Id="Re83f35089cc14a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bd589c0b34bfb" /><Relationship Type="http://schemas.openxmlformats.org/officeDocument/2006/relationships/notesSlide" Target="/ppt/notesSlides/notesSlide5.xml" Id="R82f6774b26e945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4d5a037714196" /><Relationship Type="http://schemas.openxmlformats.org/officeDocument/2006/relationships/notesSlide" Target="/ppt/notesSlides/notesSlide6.xml" Id="Rb10a66b6f9cb48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da691ab7840a8" /><Relationship Type="http://schemas.openxmlformats.org/officeDocument/2006/relationships/notesSlide" Target="/ppt/notesSlides/notesSlide7.xml" Id="Rb87cbf80735b4f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d4bffbcb64e75" /><Relationship Type="http://schemas.openxmlformats.org/officeDocument/2006/relationships/notesSlide" Target="/ppt/notesSlides/notesSlide8.xml" Id="R63e648b5852d4f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8B0A3-146D-46EE-B8CF-6C95EC8B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C9CC8-BE09-436D-A539-4F59FA45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배포 및 운영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2F99E-B563-47E7-8DA4-D2319317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GitHub Actions 배포 확인하기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A226B-7EA7-444F-9F64-0414D712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자동 배포 진행 상태와 오류 위치를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9C4DA-E573-4699-BA49-46404C62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90C86-F629-4021-99A4-6C30A8ED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dcf7d4b524afc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182D2-AD69-4D3E-AC65-403A7653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711995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87B67-48BC-463F-B1CB-3415BC4F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827B2-90DC-4DA4-A917-6285920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EA914-CD90-413E-9919-19DFA27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36B5-46AB-41D6-9984-901D2A1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C644A-31ED-4FED-860D-E55A9A3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10890-8414-427E-95D7-F1F2F9F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실행 상태를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F71A5-0193-4D19-B8F8-338AC56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B0550-A44A-40EF-8C66-C9BDB31D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F245B-C6B8-442C-9BAE-44A46BA9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첫 오류를 찾습니다.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A5A1A-3072-430D-8DE8-11547C7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BC612-006D-49A8-A7F6-1B865223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808087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20671-0C3B-4D11-B086-21B71B80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03AD7-7922-4DD8-8513-3F35120E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A9049-6C87-483D-AD23-2EC94DE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1079F-6354-4D45-B7BC-F9D074B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33A44-C528-401B-9423-83BF1744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GitHub Actions는 정해 둔 일을 실행하는 자동 작업자입니다. 노란색은 진행, 초록색은 성공, 빨간색은 실패입니다.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99FD0-DDA9-47F2-AFE3-C8A6FF4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BE98F-117D-42D1-B054-6399A476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실행 상태를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715983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0E10E-1548-45F0-A4B2-3D0F2D01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4F95A-AC84-49C2-8EC6-BF706C1D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C350F-3651-49C8-BB81-E7AF2DF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3B238-93D8-4DCF-B324-53D063E5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275F3-D56C-40EE-9042-8039DF5F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5075D-F32B-4FDB-B364-2751AC4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Actions를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D8A69-8189-4B33-B190-F7D0D509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77971-EE0E-4F4C-BFE2-85D7AAB5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A95DA-F03F-41E3-BD15-ED57DBF6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최근 실행을 고릅니다.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27E47-86B3-46CD-90EE-D816EAC2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B7385-1A64-4E3B-B9DC-10D31EE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5A76A-1636-43F1-B61F-CE0874FE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Build와 Deploy를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4EC26-782B-4BAE-8685-02F7109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36CB9-E5C5-4075-B73F-07388DBB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60647-3F55-474F-A36A-843943A9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첫 오류를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976619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B0D75-1155-4B10-8871-A8362DB6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DC4CF-D6C0-41B9-B2BD-B3CF4323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341F0-9824-49F1-9FCA-A6F93CF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745E5-1855-423D-AE05-C27FC3C5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78A3F-527F-4D40-AD8C-95BA1A4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터미널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04EAF-1880-4211-82E8-14523F81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npm install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npm run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D965E-D7EF-4632-BA31-4275A55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474196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13B38-7362-4096-BC68-BBF99A6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4E7F6-03BA-4C18-9C92-4C98E8A4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F65C0-E050-43F5-90E6-86C11C1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2BA3-4204-4977-99B7-7BB36A4F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C688B-043D-4B4B-B6B4-10705A65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F0B14-685D-4C6C-8799-4AF7D02B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Actions를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4C81-5415-4FAF-BBF5-0CA6CEA3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22D59-DB5B-4618-BBD4-6AC7738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4243B-14CA-4C4F-AE09-186E50B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최근 실행을 고릅니다.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B1B87-B052-4B1D-B99F-CF18F3D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6DAE0-600D-4E88-91E8-0CA3EB6A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F2338-E066-4926-A2B7-F15D2CC8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Build와 Deploy를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D4D0B-AE99-44E4-9413-910162B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E4FB5-1E14-48E5-BD87-D606007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B8670-5858-459D-BEBF-3ACD44EC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첫 오류를 읽습니다.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AA495-590A-4072-BB79-230D9FBF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119AA-614E-4A80-B96E-ECF6694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65867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207E3-471C-447E-A834-0E0675C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7E73C-81DD-466C-9318-C9D19C20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898B9-E4A3-433E-ACCF-D944534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33D91-7AA3-484E-A9D5-02ADA3D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9EF0D-63F3-4B00-A560-C8D4FAD8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“최신 Actions 배포 실패 원인을 로그에서 찾고 복구 순서를 알려줘.”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637A-705D-4160-BC1D-8475DCC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9E629-917D-45A4-9BE4-85BD91A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375106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7C5FB-5A51-4975-9F61-34B3DAFB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D8E39-0CBF-4646-AC2C-1E3D31EF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B1CC-054D-43A0-B375-605633D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BA080-EB8C-4113-AD1C-981D692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6D97F-82CA-4130-BC71-D9CBDDAF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DA5CD-629D-4DC2-97D6-8B3C8A9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최신 실행을 봤나요?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67377-5170-4A2E-A3E9-C90E40D9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090C4-611C-4B74-9F76-D103EC3E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7DED9-3580-4159-8ACB-7E8CE51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Build와 Deploy가 성공인가요?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76E61-7957-4B7C-88AA-22F646F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5EB09-E910-46C8-8D70-A069E69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F578C-1429-4C70-AD5F-4799E7EB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GitHub와 Vercel 배포 입문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4134F-950E-4A56-B028-FAD28D3F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292860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2026-08-26T00:52:22.7850000Z</dcterms:created>
  <dcterms:modified xsi:type="dcterms:W3CDTF">2026-08-26T00:52:22.7850000Z</dcterms:modified>
</coreProperties>
</file>