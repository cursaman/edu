
<file path=[Content_Types].xml><?xml version="1.0" encoding="utf-8"?>
<Types xmlns="http://schemas.openxmlformats.org/package/2006/content-types">
  <Default Extension="xml" ContentType="application/vnd.openxmlformats-package.core-properties+xml"/>
  <Default Extension="bin" ContentType="image/webp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a8d5269deb3431b" /><Relationship Type="http://schemas.openxmlformats.org/officeDocument/2006/relationships/extended-properties" Target="/docProps/app.xml" Id="R50da3fa704a84f74" /><Relationship Type="http://schemas.openxmlformats.org/officeDocument/2006/relationships/officeDocument" Target="/ppt/presentation.xml" Id="R7698ae6a8ef0427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d7707bc70774456"/>
  </p:sldMasterIdLst>
  <p:notesMasterIdLst>
    <p:notesMasterId xmlns:r="http://schemas.openxmlformats.org/officeDocument/2006/relationships" r:id="R05be6c23521441d1"/>
  </p:notesMasterIdLst>
  <p:sldIdLst>
    <p:sldId xmlns:r="http://schemas.openxmlformats.org/officeDocument/2006/relationships" id="256" r:id="R3339b6225e4743a7"/>
    <p:sldId xmlns:r="http://schemas.openxmlformats.org/officeDocument/2006/relationships" id="257" r:id="R950a244d81fd4356"/>
    <p:sldId xmlns:r="http://schemas.openxmlformats.org/officeDocument/2006/relationships" id="258" r:id="R543a5ae55c4f415e"/>
    <p:sldId xmlns:r="http://schemas.openxmlformats.org/officeDocument/2006/relationships" id="259" r:id="Rf9e87024f49b41ef"/>
    <p:sldId xmlns:r="http://schemas.openxmlformats.org/officeDocument/2006/relationships" id="260" r:id="R8be5fa0f3bb64b2b"/>
    <p:sldId xmlns:r="http://schemas.openxmlformats.org/officeDocument/2006/relationships" id="261" r:id="R57afb3ee5b974b47"/>
    <p:sldId xmlns:r="http://schemas.openxmlformats.org/officeDocument/2006/relationships" id="262" r:id="R412ca571c7334bce"/>
    <p:sldId xmlns:r="http://schemas.openxmlformats.org/officeDocument/2006/relationships" id="263" r:id="R3e1397302bb14597"/>
    <p:sldId xmlns:r="http://schemas.openxmlformats.org/officeDocument/2006/relationships" id="264" r:id="R947b87b1bc124652"/>
    <p:sldId xmlns:r="http://schemas.openxmlformats.org/officeDocument/2006/relationships" id="265" r:id="R99ee1c1b97624eef"/>
    <p:sldId xmlns:r="http://schemas.openxmlformats.org/officeDocument/2006/relationships" id="266" r:id="Re8c690aaeb65413c"/>
    <p:sldId xmlns:r="http://schemas.openxmlformats.org/officeDocument/2006/relationships" id="267" r:id="R7b7ecce0714945bd"/>
    <p:sldId xmlns:r="http://schemas.openxmlformats.org/officeDocument/2006/relationships" id="268" r:id="R7d562ca0c5574d43"/>
    <p:sldId xmlns:r="http://schemas.openxmlformats.org/officeDocument/2006/relationships" id="269" r:id="Rcc9545b09fad4378"/>
    <p:sldId xmlns:r="http://schemas.openxmlformats.org/officeDocument/2006/relationships" id="270" r:id="R1db90deeace34ed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6206c797b4c49e5" /><Relationship Type="http://schemas.openxmlformats.org/officeDocument/2006/relationships/slideMaster" Target="/ppt/slideMasters/slideMaster1.xml" Id="R1d7707bc70774456" /><Relationship Type="http://schemas.openxmlformats.org/officeDocument/2006/relationships/notesMaster" Target="/ppt/notesMasters/notesMaster1.xml" Id="R05be6c23521441d1" /><Relationship Type="http://schemas.openxmlformats.org/officeDocument/2006/relationships/presProps" Target="/ppt/presProps.xml" Id="Rcacb99d23d9a4129" /><Relationship Type="http://schemas.openxmlformats.org/officeDocument/2006/relationships/tableStyles" Target="/ppt/tableStyles.xml" Id="R5dfc07cf0f2f4dd4" /><Relationship Type="http://schemas.openxmlformats.org/officeDocument/2006/relationships/slide" Target="/ppt/slides/slide1.xml" Id="R3339b6225e4743a7" /><Relationship Type="http://schemas.openxmlformats.org/officeDocument/2006/relationships/slide" Target="/ppt/slides/slide2.xml" Id="R950a244d81fd4356" /><Relationship Type="http://schemas.openxmlformats.org/officeDocument/2006/relationships/slide" Target="/ppt/slides/slide3.xml" Id="R543a5ae55c4f415e" /><Relationship Type="http://schemas.openxmlformats.org/officeDocument/2006/relationships/slide" Target="/ppt/slides/slide4.xml" Id="Rf9e87024f49b41ef" /><Relationship Type="http://schemas.openxmlformats.org/officeDocument/2006/relationships/slide" Target="/ppt/slides/slide5.xml" Id="R8be5fa0f3bb64b2b" /><Relationship Type="http://schemas.openxmlformats.org/officeDocument/2006/relationships/slide" Target="/ppt/slides/slide6.xml" Id="R57afb3ee5b974b47" /><Relationship Type="http://schemas.openxmlformats.org/officeDocument/2006/relationships/slide" Target="/ppt/slides/slide7.xml" Id="R412ca571c7334bce" /><Relationship Type="http://schemas.openxmlformats.org/officeDocument/2006/relationships/slide" Target="/ppt/slides/slide8.xml" Id="R3e1397302bb14597" /><Relationship Type="http://schemas.openxmlformats.org/officeDocument/2006/relationships/slide" Target="/ppt/slides/slide9.xml" Id="R947b87b1bc124652" /><Relationship Type="http://schemas.openxmlformats.org/officeDocument/2006/relationships/slide" Target="/ppt/slides/slide10.xml" Id="R99ee1c1b97624eef" /><Relationship Type="http://schemas.openxmlformats.org/officeDocument/2006/relationships/slide" Target="/ppt/slides/slide11.xml" Id="Re8c690aaeb65413c" /><Relationship Type="http://schemas.openxmlformats.org/officeDocument/2006/relationships/slide" Target="/ppt/slides/slide12.xml" Id="R7b7ecce0714945bd" /><Relationship Type="http://schemas.openxmlformats.org/officeDocument/2006/relationships/slide" Target="/ppt/slides/slide13.xml" Id="R7d562ca0c5574d43" /><Relationship Type="http://schemas.openxmlformats.org/officeDocument/2006/relationships/slide" Target="/ppt/slides/slide14.xml" Id="Rcc9545b09fad4378" /><Relationship Type="http://schemas.openxmlformats.org/officeDocument/2006/relationships/slide" Target="/ppt/slides/slide15.xml" Id="R1db90deeace34ed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81343c71d184af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eee28fb30494841" /><Relationship Type="http://schemas.openxmlformats.org/officeDocument/2006/relationships/notesMaster" Target="/ppt/notesMasters/notesMaster1.xml" Id="R8edadabc59ae4c0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856cefc6ac54d3b" /><Relationship Type="http://schemas.openxmlformats.org/officeDocument/2006/relationships/notesMaster" Target="/ppt/notesMasters/notesMaster1.xml" Id="R4e00efde0edb464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293edfa28e44be8" /><Relationship Type="http://schemas.openxmlformats.org/officeDocument/2006/relationships/notesMaster" Target="/ppt/notesMasters/notesMaster1.xml" Id="R90d9e3d3b03b4d5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80de9b6af4d4fc4" /><Relationship Type="http://schemas.openxmlformats.org/officeDocument/2006/relationships/notesMaster" Target="/ppt/notesMasters/notesMaster1.xml" Id="Reda2cd4016d24d2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a2143372de547a9" /><Relationship Type="http://schemas.openxmlformats.org/officeDocument/2006/relationships/notesMaster" Target="/ppt/notesMasters/notesMaster1.xml" Id="R2775b22319664be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9b9bc48159b4d92" /><Relationship Type="http://schemas.openxmlformats.org/officeDocument/2006/relationships/notesMaster" Target="/ppt/notesMasters/notesMaster1.xml" Id="R7ef503940bb14d4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98900f4f6da4c12" /><Relationship Type="http://schemas.openxmlformats.org/officeDocument/2006/relationships/notesMaster" Target="/ppt/notesMasters/notesMaster1.xml" Id="Rfbc200fca47a424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19d4f1686b248c9" /><Relationship Type="http://schemas.openxmlformats.org/officeDocument/2006/relationships/notesMaster" Target="/ppt/notesMasters/notesMaster1.xml" Id="R23ba734e3c21431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e8d9ef6eaf7463a" /><Relationship Type="http://schemas.openxmlformats.org/officeDocument/2006/relationships/notesMaster" Target="/ppt/notesMasters/notesMaster1.xml" Id="R97728263f68b4eb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7665da5dd224836" /><Relationship Type="http://schemas.openxmlformats.org/officeDocument/2006/relationships/notesMaster" Target="/ppt/notesMasters/notesMaster1.xml" Id="R17304b9d7af64a7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2c3cd5e41c24401" /><Relationship Type="http://schemas.openxmlformats.org/officeDocument/2006/relationships/notesMaster" Target="/ppt/notesMasters/notesMaster1.xml" Id="Rfdbbbc0884d94dd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f49b846b7ae4c46" /><Relationship Type="http://schemas.openxmlformats.org/officeDocument/2006/relationships/notesMaster" Target="/ppt/notesMasters/notesMaster1.xml" Id="R71e22ee66e5f486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28d2027780f4969" /><Relationship Type="http://schemas.openxmlformats.org/officeDocument/2006/relationships/notesMaster" Target="/ppt/notesMasters/notesMaster1.xml" Id="Rffc751b8284b4cf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2b2b35ff1954eaf" /><Relationship Type="http://schemas.openxmlformats.org/officeDocument/2006/relationships/notesMaster" Target="/ppt/notesMasters/notesMaster1.xml" Id="R549cefe1081d4d5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3e72d883a9b495a" /><Relationship Type="http://schemas.openxmlformats.org/officeDocument/2006/relationships/notesMaster" Target="/ppt/notesMasters/notesMaster1.xml" Id="Rb83dadb8c9e2436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b63160227b4ca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10a3761aba84321" /><Relationship Type="http://schemas.openxmlformats.org/officeDocument/2006/relationships/slideLayout" Target="/ppt/slideLayouts/slideLayout1.xml" Id="Ree05913265b94b8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e05913265b94b8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8d3022feca4141" /><Relationship Type="http://schemas.openxmlformats.org/officeDocument/2006/relationships/image" Target="/ppt/media/image.bin" Id="Ree4564e0258e4d23" /><Relationship Type="http://schemas.openxmlformats.org/officeDocument/2006/relationships/notesSlide" Target="/ppt/notesSlides/notesSlide1.xml" Id="R899c948fd4c3473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907da7488b4800" /><Relationship Type="http://schemas.openxmlformats.org/officeDocument/2006/relationships/notesSlide" Target="/ppt/notesSlides/notesSlide2.xml" Id="R6c3b12caf6ca47c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a41a626fa54f9e" /><Relationship Type="http://schemas.openxmlformats.org/officeDocument/2006/relationships/notesSlide" Target="/ppt/notesSlides/notesSlide3.xml" Id="Re66b9c7da9c142a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0d4381cdba47fb" /><Relationship Type="http://schemas.openxmlformats.org/officeDocument/2006/relationships/notesSlide" Target="/ppt/notesSlides/notesSlide4.xml" Id="R82f1362d0c51445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998b2954e04adf" /><Relationship Type="http://schemas.openxmlformats.org/officeDocument/2006/relationships/notesSlide" Target="/ppt/notesSlides/notesSlide5.xml" Id="R145159e23d774af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a51712f14f4493" /><Relationship Type="http://schemas.openxmlformats.org/officeDocument/2006/relationships/notesSlide" Target="/ppt/notesSlides/notesSlide6.xml" Id="Rf2bdeaacf1e642b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73d9d19d304e18" /><Relationship Type="http://schemas.openxmlformats.org/officeDocument/2006/relationships/notesSlide" Target="/ppt/notesSlides/notesSlide7.xml" Id="Rb18f3b76cabe46d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7c4c366c2b41a1" /><Relationship Type="http://schemas.openxmlformats.org/officeDocument/2006/relationships/notesSlide" Target="/ppt/notesSlides/notesSlide8.xml" Id="Rc87d989c7f7b478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d4c868558046a1" /><Relationship Type="http://schemas.openxmlformats.org/officeDocument/2006/relationships/notesSlide" Target="/ppt/notesSlides/notesSlide9.xml" Id="Re3c7a9c6e9354ce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5d3132e66649a5" /><Relationship Type="http://schemas.openxmlformats.org/officeDocument/2006/relationships/notesSlide" Target="/ppt/notesSlides/notesSlide10.xml" Id="R44cd724583df478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d1bdbd08204f18" /><Relationship Type="http://schemas.openxmlformats.org/officeDocument/2006/relationships/notesSlide" Target="/ppt/notesSlides/notesSlide11.xml" Id="R2ab61c4d28724a2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82cbcabc85478d" /><Relationship Type="http://schemas.openxmlformats.org/officeDocument/2006/relationships/notesSlide" Target="/ppt/notesSlides/notesSlide12.xml" Id="Rac6929c481aa48a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73d169abe442c4" /><Relationship Type="http://schemas.openxmlformats.org/officeDocument/2006/relationships/notesSlide" Target="/ppt/notesSlides/notesSlide13.xml" Id="R98bb59b8b3a54a2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74d86c5d9e4a58" /><Relationship Type="http://schemas.openxmlformats.org/officeDocument/2006/relationships/notesSlide" Target="/ppt/notesSlides/notesSlide14.xml" Id="R25d80c824ab0488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044fc549e147e5" /><Relationship Type="http://schemas.openxmlformats.org/officeDocument/2006/relationships/notesSlide" Target="/ppt/notesSlides/notesSlide15.xml" Id="Rc1a068aceaef4a8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9CCCC9-FC99-4829-A075-EC1E0E14A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7EABE4-AEE9-4D10-9871-FFDF9D325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858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6657E8"/>
                </a:solidFill>
              </a:defRPr>
            </a:pPr>
            <a:r>
              <a:rPr sz="1350" b="1">
                <a:solidFill>
                  <a:srgbClr val="6657E8"/>
                </a:solidFill>
              </a:rPr>
              <a:t>배포 및 운영 · 기초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4B42DD-A792-456D-A052-57A79150B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14450"/>
            <a:ext cx="5429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82235"/>
                </a:solidFill>
              </a:defRPr>
            </a:pPr>
            <a:r>
              <a:rPr sz="3900" b="1">
                <a:solidFill>
                  <a:srgbClr val="182235"/>
                </a:solidFill>
              </a:rPr>
              <a:t>GitHub에 소스 안전하게 올리기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9FFDF2-C8CC-48B9-B2DC-68E49D359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38500"/>
            <a:ext cx="5143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657083"/>
                </a:solidFill>
              </a:defRPr>
            </a:pPr>
            <a:r>
              <a:rPr sz="1800">
                <a:solidFill>
                  <a:srgbClr val="657083"/>
                </a:solidFill>
              </a:rPr>
              <a:t>변경 내용을 기록하고 비밀 파일을 제외해 GitHub에 올립니다.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023D04-0BEE-4ADA-8C06-A174A432E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0125"/>
            <a:ext cx="22669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929ECF-84E6-4EC5-B076-A7AACC246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24425"/>
            <a:ext cx="2266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약 25분 학습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4564e0258e4d23"/>
          <a:srcRect xmlns:a="http://schemas.openxmlformats.org/drawingml/2006/main" l="17949" t="0" r="1794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67500" y="857250"/>
            <a:ext cx="4762500" cy="4953000"/>
          </a:xfrm>
          <a:prstGeom xmlns:a="http://schemas.openxmlformats.org/drawingml/2006/main" prst="roundRect">
            <a:avLst>
              <a:gd name="adj" fmla="val 3200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E4B8A7-C23C-4894-BB92-D3CF15CF8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219825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57083"/>
                </a:solidFill>
              </a:defRPr>
            </a:pPr>
            <a:r>
              <a:rPr sz="1125">
                <a:solidFill>
                  <a:srgbClr val="657083"/>
                </a:solidFill>
              </a:rPr>
              <a:t>EDU 웹개발 교육 플랫폼</a:t>
            </a:r>
          </a:p>
        </p:txBody>
      </p:sp>
    </p:spTree>
    <p:extLst>
      <p:ext uri="{BB962C8B-B14F-4D97-AF65-F5344CB8AC3E}">
        <p14:creationId xmlns:p14="http://schemas.microsoft.com/office/powerpoint/2010/main" val="62765173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A5916F-CA82-4604-9D43-7D288EC2F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5D16EF-9ECB-4EFD-8C24-07032D93B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2235"/>
                </a:solidFill>
              </a:defRPr>
            </a:pPr>
            <a:r>
              <a:rPr sz="2700" b="1">
                <a:solidFill>
                  <a:srgbClr val="182235"/>
                </a:solidFill>
              </a:rPr>
              <a:t>오늘은 이것을 할 수 있게 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1A31EC-25F2-4D3B-8132-35B55601F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7083"/>
                </a:solidFill>
              </a:defRPr>
            </a:pPr>
            <a:r>
              <a:rPr sz="975">
                <a:solidFill>
                  <a:srgbClr val="657083"/>
                </a:solidFill>
              </a:rPr>
              <a:t>EDU 웹개발 교육 플랫폼  ·  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478AC8-4886-4754-BE7D-DBB622F9C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71625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A26380-413D-4B3B-BCA7-87B6169BB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66875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657E8"/>
                </a:solidFill>
              </a:defRPr>
            </a:pPr>
            <a:r>
              <a:rPr sz="1500" b="1">
                <a:solidFill>
                  <a:srgbClr val="6657E8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3D2D91-75C0-42CA-AAEA-4C7BBDF48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609725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Git과 GitHub를 구분합니다.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C75597-33E8-4257-A207-A19AEEEF5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43175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9D4911-05BD-4C82-9D75-AB2FCB8A9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38425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657E8"/>
                </a:solidFill>
              </a:defRPr>
            </a:pPr>
            <a:r>
              <a:rPr sz="1500" b="1">
                <a:solidFill>
                  <a:srgbClr val="6657E8"/>
                </a:solidFill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E0EFB0-D631-4E08-A841-CB897CC12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581275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안전한 업로드 순서를 익힙니다.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73C52F-262D-46F3-A2A0-29963825F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686300"/>
            <a:ext cx="31432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68947E-A431-4D46-B35C-A0B78B94E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895850"/>
            <a:ext cx="25527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A8493B"/>
                </a:solidFill>
              </a:defRPr>
            </a:pPr>
            <a:r>
              <a:rPr sz="1500" b="1">
                <a:solidFill>
                  <a:srgbClr val="A8493B"/>
                </a:solidFill>
              </a:rPr>
              <a:t>외우기보다 직접 실행하고</a:t>
            </a:r>
          </a:p>
          <a:p xmlns:a="http://schemas.openxmlformats.org/drawingml/2006/main">
            <a:pPr algn="ctr">
              <a:defRPr sz="1500" b="1">
                <a:solidFill>
                  <a:srgbClr val="A8493B"/>
                </a:solidFill>
              </a:defRPr>
            </a:pPr>
            <a:r>
              <a:rPr sz="1500" b="1">
                <a:solidFill>
                  <a:srgbClr val="A8493B"/>
                </a:solidFill>
              </a:rPr>
              <a:t>바뀐 결과를 확인하세요.</a:t>
            </a:r>
          </a:p>
        </p:txBody>
      </p:sp>
    </p:spTree>
    <p:extLst>
      <p:ext uri="{BB962C8B-B14F-4D97-AF65-F5344CB8AC3E}">
        <p14:creationId xmlns:p14="http://schemas.microsoft.com/office/powerpoint/2010/main" val="126303708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D6EE0E-295D-4F10-88F4-18508FF3E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4E03B0-B852-457B-9246-9A90E303C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2235"/>
                </a:solidFill>
              </a:defRPr>
            </a:pPr>
            <a:r>
              <a:rPr sz="2700" b="1">
                <a:solidFill>
                  <a:srgbClr val="182235"/>
                </a:solidFill>
              </a:rPr>
              <a:t>생활 속 비유로 먼저 이해해요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C5AD01-783E-4BEB-8535-C4711E2F5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7083"/>
                </a:solidFill>
              </a:defRPr>
            </a:pPr>
            <a:r>
              <a:rPr sz="975">
                <a:solidFill>
                  <a:srgbClr val="657083"/>
                </a:solidFill>
              </a:rPr>
              <a:t>EDU 웹개발 교육 플랫폼  ·  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241DCB-C69E-411E-8184-D073D69F9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3333750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006DDA-5B83-467C-86FC-8E9BF2E3F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52625"/>
            <a:ext cx="99060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82235"/>
                </a:solidFill>
              </a:defRPr>
            </a:pPr>
            <a:r>
              <a:rPr sz="2100">
                <a:solidFill>
                  <a:srgbClr val="182235"/>
                </a:solidFill>
              </a:rPr>
              <a:t>Git은 작업 일지이고 GitHub는 온라인 보관함입니다. 올리기 전 .env.local과 비밀번호가 없는지 확인합니다.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A88FE3-0099-4B36-964E-6012143F6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197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6657E8"/>
                </a:solidFill>
              </a:defRPr>
            </a:pPr>
            <a:r>
              <a:rPr sz="1500" b="1">
                <a:solidFill>
                  <a:srgbClr val="6657E8"/>
                </a:solidFill>
              </a:rPr>
              <a:t>한 문장으로 말해보기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A07AEF-32CB-4343-85B5-3416E0C9F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162550"/>
            <a:ext cx="714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82235"/>
                </a:solidFill>
              </a:defRPr>
            </a:pPr>
            <a:r>
              <a:rPr sz="1650">
                <a:solidFill>
                  <a:srgbClr val="182235"/>
                </a:solidFill>
              </a:rPr>
              <a:t>Git과 GitHub를 구분합니다.</a:t>
            </a:r>
          </a:p>
        </p:txBody>
      </p:sp>
    </p:spTree>
    <p:extLst>
      <p:ext uri="{BB962C8B-B14F-4D97-AF65-F5344CB8AC3E}">
        <p14:creationId xmlns:p14="http://schemas.microsoft.com/office/powerpoint/2010/main" val="35297023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36A21E-371D-4A55-879A-8AC1B1566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79B6E0-6244-429B-AF53-AADC09AAA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2235"/>
                </a:solidFill>
              </a:defRPr>
            </a:pPr>
            <a:r>
              <a:rPr sz="2700" b="1">
                <a:solidFill>
                  <a:srgbClr val="182235"/>
                </a:solidFill>
              </a:rPr>
              <a:t>작동 순서는 네 단계면 충분합니다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FFED3B-6FE5-48F9-9386-B590CB46D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7083"/>
                </a:solidFill>
              </a:defRPr>
            </a:pPr>
            <a:r>
              <a:rPr sz="975">
                <a:solidFill>
                  <a:srgbClr val="657083"/>
                </a:solidFill>
              </a:rPr>
              <a:t>EDU 웹개발 교육 플랫폼  ·  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129513-B6CB-416E-B101-771B898F0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66850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CD99E3-C549-4FE5-BABE-1F2F986C3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6210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657E8"/>
                </a:solidFill>
              </a:defRPr>
            </a:pPr>
            <a:r>
              <a:rPr sz="1500" b="1">
                <a:solidFill>
                  <a:srgbClr val="6657E8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278FBC-16DD-49F8-8F49-0A2291574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504950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상태를 봅니다.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B00071-9571-4540-9D0C-075209B6C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38400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627C37-DAE3-44F0-A4B3-0E426BE9B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3365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657E8"/>
                </a:solidFill>
              </a:defRPr>
            </a:pPr>
            <a:r>
              <a:rPr sz="1500" b="1">
                <a:solidFill>
                  <a:srgbClr val="6657E8"/>
                </a:solidFill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BA8A22-7FFD-4625-9491-E29617796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476500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비밀 파일을 확인합니다.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8642BE-3227-497E-814F-C231A959D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09950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0033B4-F0FF-4311-9F00-8D1C88B2F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0520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657E8"/>
                </a:solidFill>
              </a:defRPr>
            </a:pPr>
            <a:r>
              <a:rPr sz="1500" b="1">
                <a:solidFill>
                  <a:srgbClr val="6657E8"/>
                </a:solidFill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A5778C-94F1-48EF-B1AD-9A9252270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448050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커밋합니다.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7FC339-E2E1-43F0-B7B5-6423E7688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81500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B6B9B7-9232-49A5-A56E-8AD36F442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7675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657E8"/>
                </a:solidFill>
              </a:defRPr>
            </a:pPr>
            <a:r>
              <a:rPr sz="1500" b="1">
                <a:solidFill>
                  <a:srgbClr val="6657E8"/>
                </a:solidFill>
              </a:rPr>
              <a:t>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A30D6C-2F91-42F8-988B-98FBB9B64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419600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main에 올립니다.</a:t>
            </a:r>
          </a:p>
        </p:txBody>
      </p:sp>
    </p:spTree>
    <p:extLst>
      <p:ext uri="{BB962C8B-B14F-4D97-AF65-F5344CB8AC3E}">
        <p14:creationId xmlns:p14="http://schemas.microsoft.com/office/powerpoint/2010/main" val="100849146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4CB53B-087F-4243-B2D2-9A8B859E4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39E052-CC9B-4C6D-97D5-76C7754EB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2235"/>
                </a:solidFill>
              </a:defRPr>
            </a:pPr>
            <a:r>
              <a:rPr sz="2700" b="1">
                <a:solidFill>
                  <a:srgbClr val="182235"/>
                </a:solidFill>
              </a:rPr>
              <a:t>예제 코드를 한 줄씩 살펴보세요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4D5DD5-00A1-470C-9E73-3C3E01E8C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7083"/>
                </a:solidFill>
              </a:defRPr>
            </a:pPr>
            <a:r>
              <a:rPr sz="975">
                <a:solidFill>
                  <a:srgbClr val="657083"/>
                </a:solidFill>
              </a:rPr>
              <a:t>EDU 웹개발 교육 플랫폼  · 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C4565B-2E55-4256-897C-CB215C597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14450"/>
            <a:ext cx="10820400" cy="4095750"/>
          </a:xfrm>
          <a:prstGeom xmlns:a="http://schemas.openxmlformats.org/drawingml/2006/main" prst="roundRect">
            <a:avLst>
              <a:gd name="adj" fmla="val 2791"/>
            </a:avLst>
          </a:prstGeom>
          <a:solidFill xmlns:a="http://schemas.openxmlformats.org/drawingml/2006/main">
            <a:srgbClr val="F4F6FA"/>
          </a:solidFill>
          <a:ln xmlns:a="http://schemas.openxmlformats.org/drawingml/2006/main" w="9525">
            <a:solidFill>
              <a:srgbClr val="E4E7F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C70976-A04A-43DA-AC8D-B301ABE5D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5430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6657E8"/>
                </a:solidFill>
              </a:defRPr>
            </a:pPr>
            <a:r>
              <a:rPr sz="1275" b="1">
                <a:solidFill>
                  <a:srgbClr val="6657E8"/>
                </a:solidFill>
              </a:rPr>
              <a:t>터미널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AB2ADC-82B0-4986-B321-0F0489351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47875"/>
            <a:ext cx="101346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24304A"/>
                </a:solidFill>
              </a:defRPr>
            </a:pPr>
            <a:r>
              <a:rPr sz="1425">
                <a:solidFill>
                  <a:srgbClr val="24304A"/>
                </a:solidFill>
              </a:rPr>
              <a:t>git status</a:t>
            </a:r>
          </a:p>
          <a:p xmlns:a="http://schemas.openxmlformats.org/drawingml/2006/main">
            <a:pPr>
              <a:defRPr sz="1425">
                <a:solidFill>
                  <a:srgbClr val="24304A"/>
                </a:solidFill>
              </a:defRPr>
            </a:pPr>
            <a:r>
              <a:rPr sz="1425">
                <a:solidFill>
                  <a:srgbClr val="24304A"/>
                </a:solidFill>
              </a:rPr>
              <a:t>git add .</a:t>
            </a:r>
          </a:p>
          <a:p xmlns:a="http://schemas.openxmlformats.org/drawingml/2006/main">
            <a:pPr>
              <a:defRPr sz="1425">
                <a:solidFill>
                  <a:srgbClr val="24304A"/>
                </a:solidFill>
              </a:defRPr>
            </a:pPr>
            <a:r>
              <a:rPr sz="1425">
                <a:solidFill>
                  <a:srgbClr val="24304A"/>
                </a:solidFill>
              </a:rPr>
              <a:t>git commit -m "교육자료 추가"</a:t>
            </a:r>
          </a:p>
          <a:p xmlns:a="http://schemas.openxmlformats.org/drawingml/2006/main">
            <a:pPr>
              <a:defRPr sz="1425">
                <a:solidFill>
                  <a:srgbClr val="24304A"/>
                </a:solidFill>
              </a:defRPr>
            </a:pPr>
            <a:r>
              <a:rPr sz="1425">
                <a:solidFill>
                  <a:srgbClr val="24304A"/>
                </a:solidFill>
              </a:rPr>
              <a:t>git push origin main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B19A94-3955-4E36-8558-43614F615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7340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57083"/>
                </a:solidFill>
              </a:defRPr>
            </a:pPr>
            <a:r>
              <a:rPr sz="1425">
                <a:solidFill>
                  <a:srgbClr val="657083"/>
                </a:solidFill>
              </a:rPr>
              <a:t>처음에는 그대로 실행하고, 문장이나 숫자 하나만 바꿔 보세요.</a:t>
            </a:r>
          </a:p>
        </p:txBody>
      </p:sp>
    </p:spTree>
    <p:extLst>
      <p:ext uri="{BB962C8B-B14F-4D97-AF65-F5344CB8AC3E}">
        <p14:creationId xmlns:p14="http://schemas.microsoft.com/office/powerpoint/2010/main" val="155224658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1C6938-3FC3-4617-AA90-6AC35418F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E056AA-02EF-49F2-8C74-0819BBDB3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2235"/>
                </a:solidFill>
              </a:defRPr>
            </a:pPr>
            <a:r>
              <a:rPr sz="2700" b="1">
                <a:solidFill>
                  <a:srgbClr val="182235"/>
                </a:solidFill>
              </a:rPr>
              <a:t>10분 실습은 작은 성공을 만드는 시간입니다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42168D-459D-4F30-A644-5A23B924B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7083"/>
                </a:solidFill>
              </a:defRPr>
            </a:pPr>
            <a:r>
              <a:rPr sz="975">
                <a:solidFill>
                  <a:srgbClr val="657083"/>
                </a:solidFill>
              </a:rPr>
              <a:t>EDU 웹개발 교육 플랫폼  ·  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CA3F13-8944-4339-8EDA-BE4233902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09700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18B7BA-07DE-4350-A346-35CBF6707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0495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57C7A5"/>
                </a:solidFill>
              </a:defRPr>
            </a:pPr>
            <a:r>
              <a:rPr sz="1500" b="1">
                <a:solidFill>
                  <a:srgbClr val="57C7A5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7992E3-A1F2-42DE-AD6F-1849B33E3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447800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상태를 봅니다.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6F5FAA-C688-485B-8877-1BDD1C756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81250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416728-70C2-46D4-A349-CBF57BB9D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7650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57C7A5"/>
                </a:solidFill>
              </a:defRPr>
            </a:pPr>
            <a:r>
              <a:rPr sz="1500" b="1">
                <a:solidFill>
                  <a:srgbClr val="57C7A5"/>
                </a:solidFill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C00D70-EBE0-4B0E-9996-82433B5A6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419350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비밀 파일을 확인합니다.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B330D1-ECBD-4990-8EFC-D3CB3B867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52800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90D31D-A38E-4259-832A-1FEDD9A35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4805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57C7A5"/>
                </a:solidFill>
              </a:defRPr>
            </a:pPr>
            <a:r>
              <a:rPr sz="1500" b="1">
                <a:solidFill>
                  <a:srgbClr val="57C7A5"/>
                </a:solidFill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D0BA6D-3713-468E-B717-8C8DE3225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390900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커밋합니다.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2DF7BD-E7DE-458A-98A5-69F18D1E5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24350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A8B4DC-C173-4901-9750-C5C3F8DFC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960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57C7A5"/>
                </a:solidFill>
              </a:defRPr>
            </a:pPr>
            <a:r>
              <a:rPr sz="1500" b="1">
                <a:solidFill>
                  <a:srgbClr val="57C7A5"/>
                </a:solidFill>
              </a:rPr>
              <a:t>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364B63-C9D3-4F55-B7FB-7774906D7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362450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main에 올립니다.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B95F44-6991-4719-8E65-2C31B4B7E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5295900"/>
            <a:ext cx="333375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57C7A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F7B34F-14B8-481D-9D20-4F501F6F6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457825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완료: 화면에서 결과 확인</a:t>
            </a:r>
          </a:p>
        </p:txBody>
      </p:sp>
    </p:spTree>
    <p:extLst>
      <p:ext uri="{BB962C8B-B14F-4D97-AF65-F5344CB8AC3E}">
        <p14:creationId xmlns:p14="http://schemas.microsoft.com/office/powerpoint/2010/main" val="121179963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E0AB8E-3431-4742-9BBC-D9494947F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38515F-A35B-4719-8DFD-32D8DFD85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2235"/>
                </a:solidFill>
              </a:defRPr>
            </a:pPr>
            <a:r>
              <a:rPr sz="2700" b="1">
                <a:solidFill>
                  <a:srgbClr val="182235"/>
                </a:solidFill>
              </a:rPr>
              <a:t>Codex에는 이렇게 요청하세요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73E362-6F37-4DB2-9955-A759B0ADD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7083"/>
                </a:solidFill>
              </a:defRPr>
            </a:pPr>
            <a:r>
              <a:rPr sz="975">
                <a:solidFill>
                  <a:srgbClr val="657083"/>
                </a:solidFill>
              </a:rPr>
              <a:t>EDU 웹개발 교육 플랫폼  ·  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25A678-D674-4B71-A394-2BF8AD168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E69BB1-7248-40D6-9C10-3E48BD698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952625"/>
            <a:ext cx="99441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403A84"/>
                </a:solidFill>
              </a:defRPr>
            </a:pPr>
            <a:r>
              <a:rPr sz="2025" b="1">
                <a:solidFill>
                  <a:srgbClr val="403A84"/>
                </a:solidFill>
              </a:rPr>
              <a:t>“환경변수와 비밀번호가 없는지 확인하고 교육자료 변경만 GitHub에 올려줘.”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350451-A885-4E76-979E-A1EE55F9B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09587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6657E8"/>
                </a:solidFill>
              </a:defRPr>
            </a:pPr>
            <a:r>
              <a:rPr sz="1500" b="1">
                <a:solidFill>
                  <a:srgbClr val="6657E8"/>
                </a:solidFill>
              </a:rPr>
              <a:t>좋은 요청의 세 가지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295910-6FD8-4D8D-AF73-F0BAC6227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057775"/>
            <a:ext cx="742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82235"/>
                </a:solidFill>
              </a:defRPr>
            </a:pPr>
            <a:r>
              <a:rPr sz="1650">
                <a:solidFill>
                  <a:srgbClr val="182235"/>
                </a:solidFill>
              </a:rPr>
              <a:t>① 바꿀 대상  ② 유지할 기능  ③ 확인 방법</a:t>
            </a:r>
          </a:p>
        </p:txBody>
      </p:sp>
    </p:spTree>
    <p:extLst>
      <p:ext uri="{BB962C8B-B14F-4D97-AF65-F5344CB8AC3E}">
        <p14:creationId xmlns:p14="http://schemas.microsoft.com/office/powerpoint/2010/main" val="44609436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06D623-8891-403A-9AEF-FB6FCA1C4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9FA2CA-612D-4A48-B721-9B9F21055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2235"/>
                </a:solidFill>
              </a:defRPr>
            </a:pPr>
            <a:r>
              <a:rPr sz="2700" b="1">
                <a:solidFill>
                  <a:srgbClr val="182235"/>
                </a:solidFill>
              </a:rPr>
              <a:t>직접 확인하면 오늘 학습이 완성됩니다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355C6B-493B-414E-A4E0-84A9A48B3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7083"/>
                </a:solidFill>
              </a:defRPr>
            </a:pPr>
            <a:r>
              <a:rPr sz="975">
                <a:solidFill>
                  <a:srgbClr val="657083"/>
                </a:solidFill>
              </a:rPr>
              <a:t>EDU 웹개발 교육 플랫폼  ·  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3256F9-A489-4F1C-84D4-E8254532C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76375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801827-FA24-4FBB-A04F-D305596D0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71625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7B6B"/>
                </a:solidFill>
              </a:defRPr>
            </a:pPr>
            <a:r>
              <a:rPr sz="1500" b="1">
                <a:solidFill>
                  <a:srgbClr val="FF7B6B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C05EB6-D357-4E0E-8EAF-C3FF5312C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514475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비밀 파일이 제외됐나요?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D5CD7D-F85B-41DF-8557-7845BB62A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47925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23C5A0-E90F-416D-9C7F-7DBE6D6FC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43175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7B6B"/>
                </a:solidFill>
              </a:defRPr>
            </a:pPr>
            <a:r>
              <a:rPr sz="1500" b="1">
                <a:solidFill>
                  <a:srgbClr val="FF7B6B"/>
                </a:solidFill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2FE966-1F7C-4692-837A-6A8F718DE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486025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커밋 문장이 분명한가요?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ABA2C5-A283-49A8-9103-146C8E9DF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10820400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D65938-C58A-483C-8E7A-7A262E28A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0673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26755F"/>
                </a:solidFill>
              </a:defRPr>
            </a:pPr>
            <a:r>
              <a:rPr sz="1425" b="1">
                <a:solidFill>
                  <a:srgbClr val="26755F"/>
                </a:solidFill>
              </a:rPr>
              <a:t>관련 교육 프로그램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26B1BB-FC63-4FA6-902D-78443AD3B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00062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82235"/>
                </a:solidFill>
              </a:defRPr>
            </a:pPr>
            <a:r>
              <a:rPr sz="1875" b="1">
                <a:solidFill>
                  <a:srgbClr val="182235"/>
                </a:solidFill>
              </a:rPr>
              <a:t>GitHub와 Vercel 배포 입문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47326E-8441-4EB0-B030-F7247D211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505450"/>
            <a:ext cx="952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57083"/>
                </a:solidFill>
              </a:defRPr>
            </a:pPr>
            <a:r>
              <a:rPr sz="1275">
                <a:solidFill>
                  <a:srgbClr val="657083"/>
                </a:solidFill>
              </a:rPr>
              <a:t>홈페이지에서 학습 완료를 표시하고 다음 자료로 이어가세요.</a:t>
            </a:r>
          </a:p>
        </p:txBody>
      </p:sp>
    </p:spTree>
    <p:extLst>
      <p:ext uri="{BB962C8B-B14F-4D97-AF65-F5344CB8AC3E}">
        <p14:creationId xmlns:p14="http://schemas.microsoft.com/office/powerpoint/2010/main" val="38226138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2AD03C-AE3D-46A2-99AF-0C18EA3F3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757071-E913-42F1-872B-A8B632A55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2235"/>
                </a:solidFill>
              </a:defRPr>
            </a:pPr>
            <a:r>
              <a:rPr sz="2700" b="1">
                <a:solidFill>
                  <a:srgbClr val="182235"/>
                </a:solidFill>
              </a:rPr>
              <a:t>왜 배우는지 알면 실습 방향이 보입니다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67F158-1D33-4673-8557-3ACC625CB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7083"/>
                </a:solidFill>
              </a:defRPr>
            </a:pPr>
            <a:r>
              <a:rPr sz="975">
                <a:solidFill>
                  <a:srgbClr val="657083"/>
                </a:solidFill>
              </a:rPr>
              <a:t>EDU 웹개발 교육 플랫폼  ·  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C79C7B-9A77-4585-BE31-1DB8C292D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9801A9-2B16-4156-9BC9-D8979CD1F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62125"/>
            <a:ext cx="100584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182235"/>
                </a:solidFill>
              </a:defRPr>
            </a:pPr>
            <a:r>
              <a:rPr sz="1875">
                <a:solidFill>
                  <a:srgbClr val="182235"/>
                </a:solidFill>
              </a:rPr>
              <a:t>GitHub에 작업 기록을 올리면 컴퓨터 문제가 생겨도 소스를 되찾고, 변경 과정을 안전하게 비교할 수 있습니다.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1F1D92-1ECE-4760-80FB-36A62F6C9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147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6657E8"/>
                </a:solidFill>
              </a:defRPr>
            </a:pPr>
            <a:r>
              <a:rPr sz="1575" b="1">
                <a:solidFill>
                  <a:srgbClr val="6657E8"/>
                </a:solidFill>
              </a:rPr>
              <a:t>오늘 완성할 결과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850DCD-F52B-4015-A716-47330D4D5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91000"/>
            <a:ext cx="1009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82235"/>
                </a:solidFill>
              </a:defRPr>
            </a:pPr>
            <a:r>
              <a:rPr sz="2025" b="1">
                <a:solidFill>
                  <a:srgbClr val="182235"/>
                </a:solidFill>
              </a:rPr>
              <a:t>비밀 파일을 제외하고 변경 내용을 한 커밋으로 만들어 GitHub main에 올립니다.</a:t>
            </a:r>
          </a:p>
        </p:txBody>
      </p:sp>
    </p:spTree>
    <p:extLst>
      <p:ext uri="{BB962C8B-B14F-4D97-AF65-F5344CB8AC3E}">
        <p14:creationId xmlns:p14="http://schemas.microsoft.com/office/powerpoint/2010/main" val="122736909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473530-016C-4EC1-8742-3268005B4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6929FA-194D-49B0-A9A0-C525AAC81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2235"/>
                </a:solidFill>
              </a:defRPr>
            </a:pPr>
            <a:r>
              <a:rPr sz="2700" b="1">
                <a:solidFill>
                  <a:srgbClr val="182235"/>
                </a:solidFill>
              </a:rPr>
              <a:t>준비가 끝나면 실습이 훨씬 편해집니다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C4F077-3C61-4E1D-AB1A-0142C5AE9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7083"/>
                </a:solidFill>
              </a:defRPr>
            </a:pPr>
            <a:r>
              <a:rPr sz="975">
                <a:solidFill>
                  <a:srgbClr val="657083"/>
                </a:solidFill>
              </a:rPr>
              <a:t>EDU 웹개발 교육 플랫폼  ·  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2F16DD-B2C8-420E-86D6-F5771776B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28750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E47C9C-F332-428D-8C3A-0422DCB1A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2400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57C7A5"/>
                </a:solidFill>
              </a:defRPr>
            </a:pPr>
            <a:r>
              <a:rPr sz="1500" b="1">
                <a:solidFill>
                  <a:srgbClr val="57C7A5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8E5B05-808E-49FF-9E56-7A7D9E417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466850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Git 설치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00233E-A89C-4ACC-9315-52186A105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00300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A3C1F4-5FCE-4327-8970-1F4BF1707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9555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57C7A5"/>
                </a:solidFill>
              </a:defRPr>
            </a:pPr>
            <a:r>
              <a:rPr sz="1500" b="1">
                <a:solidFill>
                  <a:srgbClr val="57C7A5"/>
                </a:solidFill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9E400A-AAE7-4B9F-9A79-D85690862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438400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GitHub 계정과 저장소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3A143E-EBDA-4EDC-9181-FFD87B0C4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71850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DE84FC-9517-4362-BB87-98564D296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6710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57C7A5"/>
                </a:solidFill>
              </a:defRPr>
            </a:pPr>
            <a:r>
              <a:rPr sz="1500" b="1">
                <a:solidFill>
                  <a:srgbClr val="57C7A5"/>
                </a:solidFill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9B5341-2F79-438D-8675-548499404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409950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커밋할 프로젝트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E44CFB-27AF-4A9C-A7DF-67A267C2D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43400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4BAAD0-F6D6-4D0E-B96A-58BB3A36C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3865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57C7A5"/>
                </a:solidFill>
              </a:defRPr>
            </a:pPr>
            <a:r>
              <a:rPr sz="1500" b="1">
                <a:solidFill>
                  <a:srgbClr val="57C7A5"/>
                </a:solidFill>
              </a:rPr>
              <a:t>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261C86-5DFB-4BA3-B7D2-57785CF81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381500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.gitignore 파일</a:t>
            </a:r>
          </a:p>
        </p:txBody>
      </p:sp>
    </p:spTree>
    <p:extLst>
      <p:ext uri="{BB962C8B-B14F-4D97-AF65-F5344CB8AC3E}">
        <p14:creationId xmlns:p14="http://schemas.microsoft.com/office/powerpoint/2010/main" val="139577679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123096-0D4E-48A7-8D27-5516EA43C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D3693F-D0A7-4A1A-AC4A-4AD40B445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2235"/>
                </a:solidFill>
              </a:defRPr>
            </a:pPr>
            <a:r>
              <a:rPr sz="2700" b="1">
                <a:solidFill>
                  <a:srgbClr val="182235"/>
                </a:solidFill>
              </a:rPr>
              <a:t>코드의 역할을 하나씩 연결해 보세요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AD5737-4581-4F23-A0C2-8BADF00C6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7083"/>
                </a:solidFill>
              </a:defRPr>
            </a:pPr>
            <a:r>
              <a:rPr sz="975">
                <a:solidFill>
                  <a:srgbClr val="657083"/>
                </a:solidFill>
              </a:rPr>
              <a:t>EDU 웹개발 교육 플랫폼  ·  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45E5E1-0252-4664-AD79-5D24F8119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6657E8"/>
                </a:solidFill>
              </a:defRPr>
            </a:pPr>
            <a:r>
              <a:rPr sz="1725" b="1">
                <a:solidFill>
                  <a:srgbClr val="6657E8"/>
                </a:solidFill>
              </a:rPr>
              <a:t>git status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8374E6-35C6-4B82-8601-A383236DF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428750"/>
            <a:ext cx="7429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82235"/>
                </a:solidFill>
              </a:defRPr>
            </a:pPr>
            <a:r>
              <a:rPr sz="1650">
                <a:solidFill>
                  <a:srgbClr val="182235"/>
                </a:solidFill>
              </a:rPr>
              <a:t>올라갈 파일과 아직 기록되지 않은 파일을 확인합니다.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5DB1F0-6E09-4101-9D0A-A10F59C37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2412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6657E8"/>
                </a:solidFill>
              </a:defRPr>
            </a:pPr>
            <a:r>
              <a:rPr sz="1725" b="1">
                <a:solidFill>
                  <a:srgbClr val="6657E8"/>
                </a:solidFill>
              </a:rPr>
              <a:t>git add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BC9BF6-94EB-4CAC-8139-4796515D7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524125"/>
            <a:ext cx="7429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82235"/>
                </a:solidFill>
              </a:defRPr>
            </a:pPr>
            <a:r>
              <a:rPr sz="1650">
                <a:solidFill>
                  <a:srgbClr val="182235"/>
                </a:solidFill>
              </a:rPr>
              <a:t>이번 기록에 포함할 파일을 선택합니다.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AD4D1E-E5CF-4566-9303-270B91F68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1950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6657E8"/>
                </a:solidFill>
              </a:defRPr>
            </a:pPr>
            <a:r>
              <a:rPr sz="1725" b="1">
                <a:solidFill>
                  <a:srgbClr val="6657E8"/>
                </a:solidFill>
              </a:rPr>
              <a:t>git commit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59A37B-80E9-43E1-9BC9-2CB5F3997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619500"/>
            <a:ext cx="7429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82235"/>
                </a:solidFill>
              </a:defRPr>
            </a:pPr>
            <a:r>
              <a:rPr sz="1650">
                <a:solidFill>
                  <a:srgbClr val="182235"/>
                </a:solidFill>
              </a:rPr>
              <a:t>변경 이유를 한 문장으로 기록합니다.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5B990F-DB20-425B-A74D-0D247DF4A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714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6657E8"/>
                </a:solidFill>
              </a:defRPr>
            </a:pPr>
            <a:r>
              <a:rPr sz="1725" b="1">
                <a:solidFill>
                  <a:srgbClr val="6657E8"/>
                </a:solidFill>
              </a:rPr>
              <a:t>git push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9012B2-0888-4A6C-A966-4BE8D0848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714875"/>
            <a:ext cx="7429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82235"/>
                </a:solidFill>
              </a:defRPr>
            </a:pPr>
            <a:r>
              <a:rPr sz="1650">
                <a:solidFill>
                  <a:srgbClr val="182235"/>
                </a:solidFill>
              </a:rPr>
              <a:t>로컬 기록을 GitHub에 전송합니다.</a:t>
            </a:r>
          </a:p>
        </p:txBody>
      </p:sp>
    </p:spTree>
    <p:extLst>
      <p:ext uri="{BB962C8B-B14F-4D97-AF65-F5344CB8AC3E}">
        <p14:creationId xmlns:p14="http://schemas.microsoft.com/office/powerpoint/2010/main" val="12398879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706A83-DD2B-41EA-A27E-98EFF8FED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A07792-5A31-4B41-B3B7-AD1291DF0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2235"/>
                </a:solidFill>
              </a:defRPr>
            </a:pPr>
            <a:r>
              <a:rPr sz="2700" b="1">
                <a:solidFill>
                  <a:srgbClr val="182235"/>
                </a:solidFill>
              </a:rPr>
              <a:t>오류는 첫 문장부터 차례로 해결합니다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F5DFCD-5F85-4E1F-A87B-EB968A264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7083"/>
                </a:solidFill>
              </a:defRPr>
            </a:pPr>
            <a:r>
              <a:rPr sz="975">
                <a:solidFill>
                  <a:srgbClr val="657083"/>
                </a:solidFill>
              </a:rPr>
              <a:t>EDU 웹개발 교육 플랫폼  ·  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46C36E-52B4-4015-9287-CF907F2D1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33500"/>
            <a:ext cx="107442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719ACB-ED08-4D2E-9B1C-8967727BF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621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A8493B"/>
                </a:solidFill>
              </a:defRPr>
            </a:pPr>
            <a:r>
              <a:rPr sz="1650" b="1">
                <a:solidFill>
                  <a:srgbClr val="A8493B"/>
                </a:solidFill>
              </a:rPr>
              <a:t>fetch first가 나와요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B15C15-32F8-4963-8046-94B0EA4C7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495425"/>
            <a:ext cx="695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82235"/>
                </a:solidFill>
              </a:defRPr>
            </a:pPr>
            <a:r>
              <a:rPr sz="1575">
                <a:solidFill>
                  <a:srgbClr val="182235"/>
                </a:solidFill>
              </a:rPr>
              <a:t>git pull --rebase로 원격 변경을 먼저 통합합니다.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CAB6A4-2182-4969-A81C-D57237E81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62250"/>
            <a:ext cx="107442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72588E-FF89-4A13-9A86-10F7357DA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26755F"/>
                </a:solidFill>
              </a:defRPr>
            </a:pPr>
            <a:r>
              <a:rPr sz="1650" b="1">
                <a:solidFill>
                  <a:srgbClr val="26755F"/>
                </a:solidFill>
              </a:rPr>
              <a:t>safe.directory 경고가 나요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1268D7-4F17-4C5E-A30E-8492C01F4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924175"/>
            <a:ext cx="695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82235"/>
                </a:solidFill>
              </a:defRPr>
            </a:pPr>
            <a:r>
              <a:rPr sz="1575">
                <a:solidFill>
                  <a:srgbClr val="182235"/>
                </a:solidFill>
              </a:rPr>
              <a:t>정확한 프로젝트 경로만 안전 폴더로 등록합니다.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CA7640-ABF6-46DC-840D-EF9F62FCF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0"/>
            <a:ext cx="107442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FE0FDF-1CFD-4392-B40F-A9BC8297D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196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A8493B"/>
                </a:solidFill>
              </a:defRPr>
            </a:pPr>
            <a:r>
              <a:rPr sz="1650" b="1">
                <a:solidFill>
                  <a:srgbClr val="A8493B"/>
                </a:solidFill>
              </a:rPr>
              <a:t>인증 오류가 나요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3DA2DC-CFAB-49C8-9740-CD1078AD9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352925"/>
            <a:ext cx="695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82235"/>
                </a:solidFill>
              </a:defRPr>
            </a:pPr>
            <a:r>
              <a:rPr sz="1575">
                <a:solidFill>
                  <a:srgbClr val="182235"/>
                </a:solidFill>
              </a:rPr>
              <a:t>Git Credential Manager로 GitHub 로그인을 확인합니다.</a:t>
            </a:r>
          </a:p>
        </p:txBody>
      </p:sp>
    </p:spTree>
    <p:extLst>
      <p:ext uri="{BB962C8B-B14F-4D97-AF65-F5344CB8AC3E}">
        <p14:creationId xmlns:p14="http://schemas.microsoft.com/office/powerpoint/2010/main" val="90930042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A34098-EF6B-4EDF-A84F-746CF65D9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6BC435-3E18-473F-83AC-65EA6DA92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2235"/>
                </a:solidFill>
              </a:defRPr>
            </a:pPr>
            <a:r>
              <a:rPr sz="2700" b="1">
                <a:solidFill>
                  <a:srgbClr val="182235"/>
                </a:solidFill>
              </a:rPr>
              <a:t>상황에 맞는 Codex 요청문을 골라 쓰세요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61748E-E414-41D5-9445-BCF919FB4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7083"/>
                </a:solidFill>
              </a:defRPr>
            </a:pPr>
            <a:r>
              <a:rPr sz="975">
                <a:solidFill>
                  <a:srgbClr val="657083"/>
                </a:solidFill>
              </a:rPr>
              <a:t>EDU 웹개발 교육 플랫폼  ·  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129EB4-D371-4F04-9795-0303FD0E7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381125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8C3969-6139-425E-9F32-3C4F49891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76375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657E8"/>
                </a:solidFill>
              </a:defRPr>
            </a:pPr>
            <a:r>
              <a:rPr sz="1500" b="1">
                <a:solidFill>
                  <a:srgbClr val="6657E8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F75673-C40F-4103-BE3D-51B32F374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419225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git status를 보고 비밀 파일이나 불필요한 파일이 있는지 점검해줘.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F90CFA-AA8B-4486-97B5-B02A4E5A9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52675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092D8C-59A6-455A-B8CF-2692B4839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47925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657E8"/>
                </a:solidFill>
              </a:defRPr>
            </a:pPr>
            <a:r>
              <a:rPr sz="1500" b="1">
                <a:solidFill>
                  <a:srgbClr val="6657E8"/>
                </a:solidFill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FF172F-34E3-48CA-B568-2B0A87D54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390775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현재 변경만 이해하기 쉬운 커밋 제목으로 기록해줘.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BB09EC-73DD-4029-A64B-7324A96E7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24225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566504-8FEB-4644-8CD2-91EE0A496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19475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657E8"/>
                </a:solidFill>
              </a:defRPr>
            </a:pPr>
            <a:r>
              <a:rPr sz="1500" b="1">
                <a:solidFill>
                  <a:srgbClr val="6657E8"/>
                </a:solidFill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FC5337-B01A-4E5D-9DBD-3D9F6052E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362325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강제 푸시 없이 원격 변경을 안전하게 통합하는 순서를 알려줘.</a:t>
            </a:r>
          </a:p>
        </p:txBody>
      </p:sp>
    </p:spTree>
    <p:extLst>
      <p:ext uri="{BB962C8B-B14F-4D97-AF65-F5344CB8AC3E}">
        <p14:creationId xmlns:p14="http://schemas.microsoft.com/office/powerpoint/2010/main" val="179254546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EE61F0-D803-448A-B6CA-9626E6D51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B8D963-B688-46FD-88C9-F79E6C1B0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2235"/>
                </a:solidFill>
              </a:defRPr>
            </a:pPr>
            <a:r>
              <a:rPr sz="2700" b="1">
                <a:solidFill>
                  <a:srgbClr val="182235"/>
                </a:solidFill>
              </a:rPr>
              <a:t>작은 응용이 내 실력으로 바뀌는 순간입니다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BB65AD-96C6-48C4-A45A-53EDEDE14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7083"/>
                </a:solidFill>
              </a:defRPr>
            </a:pPr>
            <a:r>
              <a:rPr sz="975">
                <a:solidFill>
                  <a:srgbClr val="657083"/>
                </a:solidFill>
              </a:rPr>
              <a:t>EDU 웹개발 교육 플랫폼  ·  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CE5B46-50BA-4108-893C-0C21E11D3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108204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7599C8-E87F-4417-A36A-A05692339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076450"/>
            <a:ext cx="99441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82235"/>
                </a:solidFill>
              </a:defRPr>
            </a:pPr>
            <a:r>
              <a:rPr sz="2175" b="1">
                <a:solidFill>
                  <a:srgbClr val="182235"/>
                </a:solidFill>
              </a:rPr>
              <a:t>README 문장 하나를 고친 뒤 status, diff, commit, push 순서로 기록하세요.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34E611-D433-4B80-B30E-EC829446D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524375"/>
            <a:ext cx="952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657083"/>
                </a:solidFill>
              </a:defRPr>
            </a:pPr>
            <a:r>
              <a:rPr sz="1650">
                <a:solidFill>
                  <a:srgbClr val="657083"/>
                </a:solidFill>
              </a:rPr>
              <a:t>완성한 뒤 원래 결과와 무엇이 달라졌는지 한 문장으로 설명해 보세요.</a:t>
            </a:r>
          </a:p>
        </p:txBody>
      </p:sp>
    </p:spTree>
    <p:extLst>
      <p:ext uri="{BB962C8B-B14F-4D97-AF65-F5344CB8AC3E}">
        <p14:creationId xmlns:p14="http://schemas.microsoft.com/office/powerpoint/2010/main" val="178585354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0A388B-FCCF-4303-80E4-5CA6C1B61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9CB54E-5258-4470-8430-A832681FB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2235"/>
                </a:solidFill>
              </a:defRPr>
            </a:pPr>
            <a:r>
              <a:rPr sz="2700" b="1">
                <a:solidFill>
                  <a:srgbClr val="182235"/>
                </a:solidFill>
              </a:rPr>
              <a:t>다섯 문제로 오늘 배운 내용을 확인하세요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0968E9-47AB-49EB-9AB4-DF68BE2EF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7083"/>
                </a:solidFill>
              </a:defRPr>
            </a:pPr>
            <a:r>
              <a:rPr sz="975">
                <a:solidFill>
                  <a:srgbClr val="657083"/>
                </a:solidFill>
              </a:rPr>
              <a:t>EDU 웹개발 교육 플랫폼  ·  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28A7B9-1239-4F4B-83DD-E602083C0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85875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82235"/>
                </a:solidFill>
              </a:defRPr>
            </a:pPr>
            <a:r>
              <a:rPr sz="1650" b="0">
                <a:solidFill>
                  <a:srgbClr val="182235"/>
                </a:solidFill>
              </a:rPr>
              <a:t>1. Git과 GitHub의 차이는?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CBF3CC-2787-4D3C-B60E-320747AFD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62175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82235"/>
                </a:solidFill>
              </a:defRPr>
            </a:pPr>
            <a:r>
              <a:rPr sz="1650" b="0">
                <a:solidFill>
                  <a:srgbClr val="182235"/>
                </a:solidFill>
              </a:rPr>
              <a:t>2. .env.local을 올리면 안 되는 이유는?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15CA57-264F-4D54-AFFC-9BEF69E51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38475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82235"/>
                </a:solidFill>
              </a:defRPr>
            </a:pPr>
            <a:r>
              <a:rPr sz="1650" b="0">
                <a:solidFill>
                  <a:srgbClr val="182235"/>
                </a:solidFill>
              </a:rPr>
              <a:t>3. 커밋 전 확인 명령은?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495077-F142-4F2F-A0D1-89C6626C1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14775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82235"/>
                </a:solidFill>
              </a:defRPr>
            </a:pPr>
            <a:r>
              <a:rPr sz="1650" b="0">
                <a:solidFill>
                  <a:srgbClr val="182235"/>
                </a:solidFill>
              </a:rPr>
              <a:t>4. fetch first에서 강제 푸시가 위험한 이유는?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DA86DC-4299-4AEC-80B0-BC888A1DA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791075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82235"/>
                </a:solidFill>
              </a:defRPr>
            </a:pPr>
            <a:r>
              <a:rPr sz="1650" b="1">
                <a:solidFill>
                  <a:srgbClr val="182235"/>
                </a:solidFill>
              </a:rPr>
              <a:t>5. 완료 기준은?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FAC1A3-0D94-4BDA-BA7F-6422753FE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857875"/>
            <a:ext cx="1000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6657E8"/>
                </a:solidFill>
              </a:defRPr>
            </a:pPr>
            <a:r>
              <a:rPr sz="1350" b="1">
                <a:solidFill>
                  <a:srgbClr val="6657E8"/>
                </a:solidFill>
              </a:rPr>
              <a:t>정답과 해설은 EDU 홈페이지 상세 자료에서 확인할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80539925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2026-08-26T01:36:40.8570000Z</dcterms:created>
  <dcterms:modified xsi:type="dcterms:W3CDTF">2026-08-26T01:36:40.8570000Z</dcterms:modified>
</coreProperties>
</file>