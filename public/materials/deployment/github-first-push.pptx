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f582af3374d48" /><Relationship Type="http://schemas.openxmlformats.org/officeDocument/2006/relationships/extended-properties" Target="/docProps/app.xml" Id="R1709361b8fbc4df2" /><Relationship Type="http://schemas.openxmlformats.org/officeDocument/2006/relationships/officeDocument" Target="/ppt/presentation.xml" Id="R84beb155e87e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2ba92059a041e0"/>
  </p:sldMasterIdLst>
  <p:notesMasterIdLst>
    <p:notesMasterId xmlns:r="http://schemas.openxmlformats.org/officeDocument/2006/relationships" r:id="Rdf0b024fe70a4db9"/>
  </p:notesMasterIdLst>
  <p:sldIdLst>
    <p:sldId xmlns:r="http://schemas.openxmlformats.org/officeDocument/2006/relationships" id="256" r:id="Rd0161553e34c45c8"/>
    <p:sldId xmlns:r="http://schemas.openxmlformats.org/officeDocument/2006/relationships" id="257" r:id="Rbf436dadcaf24407"/>
    <p:sldId xmlns:r="http://schemas.openxmlformats.org/officeDocument/2006/relationships" id="258" r:id="Re3d268fdf4be464d"/>
    <p:sldId xmlns:r="http://schemas.openxmlformats.org/officeDocument/2006/relationships" id="259" r:id="R1f402bd5bbae4389"/>
    <p:sldId xmlns:r="http://schemas.openxmlformats.org/officeDocument/2006/relationships" id="260" r:id="Rcc2c8b73acb249be"/>
    <p:sldId xmlns:r="http://schemas.openxmlformats.org/officeDocument/2006/relationships" id="261" r:id="R9d6bd7e273c04455"/>
    <p:sldId xmlns:r="http://schemas.openxmlformats.org/officeDocument/2006/relationships" id="262" r:id="R08191357068d4c5f"/>
    <p:sldId xmlns:r="http://schemas.openxmlformats.org/officeDocument/2006/relationships" id="263" r:id="R259ba75c3a0b44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c7776c693e4259" /><Relationship Type="http://schemas.openxmlformats.org/officeDocument/2006/relationships/slideMaster" Target="/ppt/slideMasters/slideMaster1.xml" Id="Rc12ba92059a041e0" /><Relationship Type="http://schemas.openxmlformats.org/officeDocument/2006/relationships/notesMaster" Target="/ppt/notesMasters/notesMaster1.xml" Id="Rdf0b024fe70a4db9" /><Relationship Type="http://schemas.openxmlformats.org/officeDocument/2006/relationships/presProps" Target="/ppt/presProps.xml" Id="Rebdda98f0db54b05" /><Relationship Type="http://schemas.openxmlformats.org/officeDocument/2006/relationships/tableStyles" Target="/ppt/tableStyles.xml" Id="R79eda213493f413c" /><Relationship Type="http://schemas.openxmlformats.org/officeDocument/2006/relationships/slide" Target="/ppt/slides/slide1.xml" Id="Rd0161553e34c45c8" /><Relationship Type="http://schemas.openxmlformats.org/officeDocument/2006/relationships/slide" Target="/ppt/slides/slide2.xml" Id="Rbf436dadcaf24407" /><Relationship Type="http://schemas.openxmlformats.org/officeDocument/2006/relationships/slide" Target="/ppt/slides/slide3.xml" Id="Re3d268fdf4be464d" /><Relationship Type="http://schemas.openxmlformats.org/officeDocument/2006/relationships/slide" Target="/ppt/slides/slide4.xml" Id="R1f402bd5bbae4389" /><Relationship Type="http://schemas.openxmlformats.org/officeDocument/2006/relationships/slide" Target="/ppt/slides/slide5.xml" Id="Rcc2c8b73acb249be" /><Relationship Type="http://schemas.openxmlformats.org/officeDocument/2006/relationships/slide" Target="/ppt/slides/slide6.xml" Id="R9d6bd7e273c04455" /><Relationship Type="http://schemas.openxmlformats.org/officeDocument/2006/relationships/slide" Target="/ppt/slides/slide7.xml" Id="R08191357068d4c5f" /><Relationship Type="http://schemas.openxmlformats.org/officeDocument/2006/relationships/slide" Target="/ppt/slides/slide8.xml" Id="R259ba75c3a0b44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d9576b1e29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24308c83d04d6a" /><Relationship Type="http://schemas.openxmlformats.org/officeDocument/2006/relationships/notesMaster" Target="/ppt/notesMasters/notesMaster1.xml" Id="R104a530590bc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3ae8bf34b04559" /><Relationship Type="http://schemas.openxmlformats.org/officeDocument/2006/relationships/notesMaster" Target="/ppt/notesMasters/notesMaster1.xml" Id="R80419fb3f71e43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65f07d968049d9" /><Relationship Type="http://schemas.openxmlformats.org/officeDocument/2006/relationships/notesMaster" Target="/ppt/notesMasters/notesMaster1.xml" Id="R1ba41c29bd3342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89fdc3a46f4fa5" /><Relationship Type="http://schemas.openxmlformats.org/officeDocument/2006/relationships/notesMaster" Target="/ppt/notesMasters/notesMaster1.xml" Id="Rf20f436c138541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4038f4d2d84151" /><Relationship Type="http://schemas.openxmlformats.org/officeDocument/2006/relationships/notesMaster" Target="/ppt/notesMasters/notesMaster1.xml" Id="Rad8da295d21546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b65290c34642fd" /><Relationship Type="http://schemas.openxmlformats.org/officeDocument/2006/relationships/notesMaster" Target="/ppt/notesMasters/notesMaster1.xml" Id="Rd69e47b3f44e49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141c2c71074aad" /><Relationship Type="http://schemas.openxmlformats.org/officeDocument/2006/relationships/notesMaster" Target="/ppt/notesMasters/notesMaster1.xml" Id="Rd37ecdaaf2af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b29299b1864abf" /><Relationship Type="http://schemas.openxmlformats.org/officeDocument/2006/relationships/notesMaster" Target="/ppt/notesMasters/notesMaster1.xml" Id="R658b342f17fc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e37ef68e247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8ca1aff7db45ea" /><Relationship Type="http://schemas.openxmlformats.org/officeDocument/2006/relationships/slideLayout" Target="/ppt/slideLayouts/slideLayout1.xml" Id="R75905b6750354b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05b6750354b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ff486b66e4275" /><Relationship Type="http://schemas.openxmlformats.org/officeDocument/2006/relationships/image" Target="/ppt/media/image.bin" Id="R5d6e8528cb284d9c" /><Relationship Type="http://schemas.openxmlformats.org/officeDocument/2006/relationships/notesSlide" Target="/ppt/notesSlides/notesSlide1.xml" Id="Rf16f4ff9326242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e960f25c4861" /><Relationship Type="http://schemas.openxmlformats.org/officeDocument/2006/relationships/notesSlide" Target="/ppt/notesSlides/notesSlide2.xml" Id="Raddda75e6947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0d60413194ee7" /><Relationship Type="http://schemas.openxmlformats.org/officeDocument/2006/relationships/notesSlide" Target="/ppt/notesSlides/notesSlide3.xml" Id="Rcc2518bdd34d41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e4b173273480c" /><Relationship Type="http://schemas.openxmlformats.org/officeDocument/2006/relationships/notesSlide" Target="/ppt/notesSlides/notesSlide4.xml" Id="R7dd0b172e5ac43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d273772fa4626" /><Relationship Type="http://schemas.openxmlformats.org/officeDocument/2006/relationships/notesSlide" Target="/ppt/notesSlides/notesSlide5.xml" Id="R8b710f1e7c534d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2870406b048b1" /><Relationship Type="http://schemas.openxmlformats.org/officeDocument/2006/relationships/notesSlide" Target="/ppt/notesSlides/notesSlide6.xml" Id="R9f91523c1cc047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c57cf98e94128" /><Relationship Type="http://schemas.openxmlformats.org/officeDocument/2006/relationships/notesSlide" Target="/ppt/notesSlides/notesSlide7.xml" Id="R5658acf1b350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c63d954144c26" /><Relationship Type="http://schemas.openxmlformats.org/officeDocument/2006/relationships/notesSlide" Target="/ppt/notesSlides/notesSlide8.xml" Id="R5eee6892481546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57EDD-B592-4E47-8385-A619AC5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31D07-B2F4-4D7E-9EE3-16513A9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배포 및 운영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42A8C-5287-4AAD-A8BE-94245160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GitHub에 소스 안전하게 올리기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70FF2-4F7E-4D27-99A7-E33796C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변경 내용을 기록하고 비밀 파일을 제외해 GitHub에 올립니다.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4021E-BECE-4B12-BEA3-9AB6D421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7478C-34A5-4F54-9B2F-2222831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e8528cb284d9c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8771-ECB3-4B2C-9448-2BEBA80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287528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7CF13-DDCE-4921-9907-6E137688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72CA0-9E0B-44AE-A586-39A0BBB0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9AC17-932C-483B-96EC-8A77FE43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95BD8-8DD2-4BBE-9925-F40E307A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E95AD-7F5B-42CF-BEFC-F9C7A50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46B64-80AE-4C6A-B1B6-14B95B69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Git과 GitHub를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244C0-CF4D-4DBF-A238-AD99940A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DD084-8A15-46FE-B504-CB04C1E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9982F-C1EA-4A2B-A54F-16EA094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안전한 업로드 순서를 익힙니다.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2222D-9073-49CF-9F73-5F81713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5050F-8BF4-448C-8280-CAF0886D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814061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DBDA0-C0F4-4D32-B31C-6F89626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BDF7E-867E-4664-BC21-5D6BC204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DBC0A-CA22-4836-B582-BA3B63A3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67C16-9D22-460A-8058-4BEA3916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F9EB1-CC16-491C-8E37-A6D3A223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Git은 작업 일지이고 GitHub는 온라인 보관함입니다. 올리기 전 .env.local과 비밀번호가 없는지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5FBB3-ACF7-448F-B9BB-864C827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1F6F2-07E8-465B-B131-6E2D45FE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Git과 GitHub를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97680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1F9FD-2708-4AA2-A71E-8933BABB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8E1D-5678-4496-B08C-04EF7F6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A10F6-9299-4582-9385-9FAF3E07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9FFCF-51EA-405D-96FA-4B8BDA57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4BCA5-EB7B-4145-889D-2BD159AC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C5CC6-089A-4F8B-BD6A-2CB4FB0D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상태를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E3579-F252-4906-901A-4FA1E8B9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CFF35-DC56-4D8E-8187-592BA166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CF898-41D3-47D8-B5CC-B853FB0C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비밀 파일을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06605-72BC-4783-BF5E-3374559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6EA10-132F-4748-B040-F2E7DFDC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073E8-FF80-4D91-84B4-8CA4CADA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커밋합니다.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8895E-E5FA-4B39-9E37-494DC1AB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FF58D-D8B2-417F-8AA8-24BA970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D632E-DBE5-4B18-882F-115A343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main에 올립니다.</a:t>
            </a:r>
          </a:p>
        </p:txBody>
      </p:sp>
    </p:spTree>
    <p:extLst>
      <p:ext uri="{BB962C8B-B14F-4D97-AF65-F5344CB8AC3E}">
        <p14:creationId xmlns:p14="http://schemas.microsoft.com/office/powerpoint/2010/main" val="2142195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47DAC-C729-451E-8E44-1CA90FB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E275E-4DBB-4630-934A-8AEFFD12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DC8C6-EAB0-4D29-B0D7-5D906FD7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7BE63-1C09-4C2A-9076-E22C735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14AF2-1398-42A7-8415-86E84FC6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터미널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34362-3283-4B62-89DF-4632C259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git status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git add .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git commit -m "교육자료 추가"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git push origin 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F06CF-410D-432B-BF10-B0C46A89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789393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75E5B-C4AB-4AB1-B7C6-4A85512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D97D4-93A2-4C39-B5AE-01CA310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652B1-2EEF-4E11-A089-E07299BA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65F07-A65A-4B64-8571-B5E3948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84B87-9D03-4C36-8C3B-96C0E60D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CB592-7DD7-42EF-9B1B-92B9C7D8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상태를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4F86D-73ED-4C9A-A31A-2D0CBB5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0D026-4D70-4E85-9FD3-F3E7732F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5938D-469C-4637-ADA4-98D3B3C6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비밀 파일을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AE9C4-1892-448D-A505-147373C1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EB3A-B3A4-47E5-86FF-D559D8D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F3C87-B3DD-4359-BD71-279C1A48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커밋합니다.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39696-F479-4395-9C98-0ABADA1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C1E5A-6A96-4C5B-B293-048AEB3A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744CA-C9A6-4C75-8496-1EED4B8B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main에 올립니다.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2F410-0FF9-4D3B-8B87-A26EDD8C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13D12-84BA-483C-93BC-A3B9DBD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830316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74F08-239E-4DC4-BE6E-50E84CFD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18CB9-D912-44C9-B583-D38A81B8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C126-2650-42E8-99C6-3109D1CB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461A9-50CE-43EB-ABC0-5C72C72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61A0D-4C83-4B14-8023-6F3211E9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“환경변수와 비밀번호가 없는지 확인하고 교육자료 변경만 GitHub에 올려줘.”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DA5E8-91A7-4479-B34D-D31960F9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D556D-9439-4526-BA5A-C4D36C69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808774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DD7D4-A0B4-4A21-ACF7-57CD70F7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9F786-3679-4BA1-9F2E-3572329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0A15F-6DC3-440F-967A-00B95A1F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4D7E0-0FE6-4BEB-8BB6-B18E13D8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8C400-2457-4242-9BF6-7B11ADB1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FF938-1DD2-48F1-A409-2DD6AC0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비밀 파일이 제외됐나요?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C472B-5456-4B83-BA8F-C2D68509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47012-A623-4480-95F0-6E39593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EC80B-F36C-49D9-8B56-CFDF98C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커밋 문장이 분명한가요?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6B137-42FC-494F-8DE9-181ED402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61805-94E8-4E10-BFDD-81EF256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E8412-0D8C-42DF-9290-C170ACBE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GitHub와 Vercel 배포 입문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BD118-A4C7-469E-B83C-E01A37B5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403922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2026-08-26T00:52:21.4350000Z</dcterms:created>
  <dcterms:modified xsi:type="dcterms:W3CDTF">2026-08-26T00:52:21.4350000Z</dcterms:modified>
</coreProperties>
</file>