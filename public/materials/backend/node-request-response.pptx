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6c39477e84c47" /><Relationship Type="http://schemas.openxmlformats.org/officeDocument/2006/relationships/extended-properties" Target="/docProps/app.xml" Id="Rf5ac7a7210bd4674" /><Relationship Type="http://schemas.openxmlformats.org/officeDocument/2006/relationships/officeDocument" Target="/ppt/presentation.xml" Id="R28d22da28661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fe515d1f29414e"/>
  </p:sldMasterIdLst>
  <p:notesMasterIdLst>
    <p:notesMasterId xmlns:r="http://schemas.openxmlformats.org/officeDocument/2006/relationships" r:id="R0c8f98dd5a9e4928"/>
  </p:notesMasterIdLst>
  <p:sldIdLst>
    <p:sldId xmlns:r="http://schemas.openxmlformats.org/officeDocument/2006/relationships" id="256" r:id="Rac1c4fd6c5e44224"/>
    <p:sldId xmlns:r="http://schemas.openxmlformats.org/officeDocument/2006/relationships" id="257" r:id="R0b18b99ae78243c0"/>
    <p:sldId xmlns:r="http://schemas.openxmlformats.org/officeDocument/2006/relationships" id="258" r:id="R7ad94cdc721f4a2a"/>
    <p:sldId xmlns:r="http://schemas.openxmlformats.org/officeDocument/2006/relationships" id="259" r:id="R1b730af6fb2d4287"/>
    <p:sldId xmlns:r="http://schemas.openxmlformats.org/officeDocument/2006/relationships" id="260" r:id="R30fed4311e064e7d"/>
    <p:sldId xmlns:r="http://schemas.openxmlformats.org/officeDocument/2006/relationships" id="261" r:id="R083cd19e001b4537"/>
    <p:sldId xmlns:r="http://schemas.openxmlformats.org/officeDocument/2006/relationships" id="262" r:id="R07d9f45951e04eb2"/>
    <p:sldId xmlns:r="http://schemas.openxmlformats.org/officeDocument/2006/relationships" id="263" r:id="R68fdbf3385e24a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c25dc41b294a55" /><Relationship Type="http://schemas.openxmlformats.org/officeDocument/2006/relationships/slideMaster" Target="/ppt/slideMasters/slideMaster1.xml" Id="Rb2fe515d1f29414e" /><Relationship Type="http://schemas.openxmlformats.org/officeDocument/2006/relationships/notesMaster" Target="/ppt/notesMasters/notesMaster1.xml" Id="R0c8f98dd5a9e4928" /><Relationship Type="http://schemas.openxmlformats.org/officeDocument/2006/relationships/presProps" Target="/ppt/presProps.xml" Id="Rb2b5661d0c06484a" /><Relationship Type="http://schemas.openxmlformats.org/officeDocument/2006/relationships/tableStyles" Target="/ppt/tableStyles.xml" Id="R535b5232d3f448a4" /><Relationship Type="http://schemas.openxmlformats.org/officeDocument/2006/relationships/slide" Target="/ppt/slides/slide1.xml" Id="Rac1c4fd6c5e44224" /><Relationship Type="http://schemas.openxmlformats.org/officeDocument/2006/relationships/slide" Target="/ppt/slides/slide2.xml" Id="R0b18b99ae78243c0" /><Relationship Type="http://schemas.openxmlformats.org/officeDocument/2006/relationships/slide" Target="/ppt/slides/slide3.xml" Id="R7ad94cdc721f4a2a" /><Relationship Type="http://schemas.openxmlformats.org/officeDocument/2006/relationships/slide" Target="/ppt/slides/slide4.xml" Id="R1b730af6fb2d4287" /><Relationship Type="http://schemas.openxmlformats.org/officeDocument/2006/relationships/slide" Target="/ppt/slides/slide5.xml" Id="R30fed4311e064e7d" /><Relationship Type="http://schemas.openxmlformats.org/officeDocument/2006/relationships/slide" Target="/ppt/slides/slide6.xml" Id="R083cd19e001b4537" /><Relationship Type="http://schemas.openxmlformats.org/officeDocument/2006/relationships/slide" Target="/ppt/slides/slide7.xml" Id="R07d9f45951e04eb2" /><Relationship Type="http://schemas.openxmlformats.org/officeDocument/2006/relationships/slide" Target="/ppt/slides/slide8.xml" Id="R68fdbf3385e24a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a62c032fd54c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74fd4213d843ab" /><Relationship Type="http://schemas.openxmlformats.org/officeDocument/2006/relationships/notesMaster" Target="/ppt/notesMasters/notesMaster1.xml" Id="R11f5d95e3d38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44acc757914d1f" /><Relationship Type="http://schemas.openxmlformats.org/officeDocument/2006/relationships/notesMaster" Target="/ppt/notesMasters/notesMaster1.xml" Id="R9612dad93f414a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5cbd002ac244d2" /><Relationship Type="http://schemas.openxmlformats.org/officeDocument/2006/relationships/notesMaster" Target="/ppt/notesMasters/notesMaster1.xml" Id="R726f6b0be0a542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0a3a111cd24ef4" /><Relationship Type="http://schemas.openxmlformats.org/officeDocument/2006/relationships/notesMaster" Target="/ppt/notesMasters/notesMaster1.xml" Id="R954aa026ace349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3f0ac605e647ca" /><Relationship Type="http://schemas.openxmlformats.org/officeDocument/2006/relationships/notesMaster" Target="/ppt/notesMasters/notesMaster1.xml" Id="R92796cd61e1b42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03fd94b03b4c76" /><Relationship Type="http://schemas.openxmlformats.org/officeDocument/2006/relationships/notesMaster" Target="/ppt/notesMasters/notesMaster1.xml" Id="R0b460d38e31841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8a93cb6b9f4d81" /><Relationship Type="http://schemas.openxmlformats.org/officeDocument/2006/relationships/notesMaster" Target="/ppt/notesMasters/notesMaster1.xml" Id="Rebff05904b41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9582bee7a94953" /><Relationship Type="http://schemas.openxmlformats.org/officeDocument/2006/relationships/notesMaster" Target="/ppt/notesMasters/notesMaster1.xml" Id="R6ab33f3505ba4f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eb192e14842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1933ae5895425d" /><Relationship Type="http://schemas.openxmlformats.org/officeDocument/2006/relationships/slideLayout" Target="/ppt/slideLayouts/slideLayout1.xml" Id="Ra7828d6eb79442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828d6eb79442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19f2c30ae488a" /><Relationship Type="http://schemas.openxmlformats.org/officeDocument/2006/relationships/image" Target="/ppt/media/image.bin" Id="R2db93bec8df44a3b" /><Relationship Type="http://schemas.openxmlformats.org/officeDocument/2006/relationships/notesSlide" Target="/ppt/notesSlides/notesSlide1.xml" Id="R27c56a6bbb2a42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8dfb6408c44e9" /><Relationship Type="http://schemas.openxmlformats.org/officeDocument/2006/relationships/notesSlide" Target="/ppt/notesSlides/notesSlide2.xml" Id="R8f278a630a0d42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d1cda97434b35" /><Relationship Type="http://schemas.openxmlformats.org/officeDocument/2006/relationships/notesSlide" Target="/ppt/notesSlides/notesSlide3.xml" Id="R659e0fad43804a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28bd0737d419e" /><Relationship Type="http://schemas.openxmlformats.org/officeDocument/2006/relationships/notesSlide" Target="/ppt/notesSlides/notesSlide4.xml" Id="R1bd6e4799b9b49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3269632534dde" /><Relationship Type="http://schemas.openxmlformats.org/officeDocument/2006/relationships/notesSlide" Target="/ppt/notesSlides/notesSlide5.xml" Id="R1b515a75e3ce4f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2bcc3643d478e" /><Relationship Type="http://schemas.openxmlformats.org/officeDocument/2006/relationships/notesSlide" Target="/ppt/notesSlides/notesSlide6.xml" Id="Reba669f91f1b4c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266bd05874a03" /><Relationship Type="http://schemas.openxmlformats.org/officeDocument/2006/relationships/notesSlide" Target="/ppt/notesSlides/notesSlide7.xml" Id="R9c8d607a986340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360b0d76d40ef" /><Relationship Type="http://schemas.openxmlformats.org/officeDocument/2006/relationships/notesSlide" Target="/ppt/notesSlides/notesSlide8.xml" Id="R66e9fd6ae5ed4a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9565D-E04D-407D-8982-FF6A164C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D813D-4E2F-408F-B012-10A87597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백엔드 · 입문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05250-B34A-43D9-B63F-DED18AFB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서버의 요청과 응답 이해하기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16B5A-F3D5-4A9C-979A-A81FAEA8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식당 주문에 비유해 브라우저와 서버의 대화를 이해합니다.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9A0AC-26A4-404C-85F0-DD2E249D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A75D1-9766-4C1F-9141-8F07047E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25분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93bec8df44a3b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ABC8A-B92F-4C5E-B36C-43396CE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470697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24394-26E0-461B-AA0E-6BD5D659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3FA1A-56EC-4A5E-9F37-746F8EDB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3EB06-9BF0-460F-96E8-6CCC956F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71400-7CF8-428C-8DE3-BB3B6446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2D006-A882-486C-AC11-03A63592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EA15D-94E6-46AF-8AA2-507BD26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요청과 응답 순서를 설명합니다.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40D9F-4135-4004-B05F-E8393321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A37F6-108A-4A17-BE7C-ABE8C49C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0A5D5-3346-4AE2-97C5-A5D0FB3F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GET 요청을 이해합니다.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F695D-06C4-4C2A-B1F4-1A07008A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A37E6-65CE-4074-9FB5-8307CBD8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8582543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F3C4C-E1FE-45B1-B1A0-AFBAA330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647C0-4D0F-4603-B92D-48237D11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10FC3-8CA7-4F83-96B3-A6AEC184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F6A33-3F45-4C0F-9197-E32962A7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DC859-ABAB-4FE3-8326-A68FB374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브라우저의 요청은 손님의 주문이고 서버의 응답은 주방에서 내보내는 음식과 같습니다.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E6CA1-CD41-4AD3-87EE-AB8F3078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CF6E0-0EF8-4261-9ED1-5BC2ECE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요청과 응답 순서를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1619874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0699A-08F7-423F-9CF3-EAA18D64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12E59-B177-488D-9C01-CD25D209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2E769-F120-4B26-A9C1-E54F9449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5AABF-BA91-42F5-A416-8D5A5312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75338-2B8C-474F-8CFE-3B3A214E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19DA9-5140-4AF7-898A-65950D88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API 주소를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447F9-BA97-496B-9D66-5EA63172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35FEA-C88B-47CA-8230-F62854A0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4EF2E-0254-482A-9110-BF545AD1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Network 창을 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B8531-29B0-4DF9-A421-E96DF49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D907E-1795-410D-8AE3-810F6D25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D4F98-8268-47AB-A84E-E7B040A3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상태와 JSON을 찾습니다.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A677F-0675-4458-9D78-54CC24B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69282-E786-4F21-8668-56B76980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93C7F-A314-47D5-B4F9-223A9E86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잘못된 주소도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97199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B4B40-BF42-4A4E-BBA0-6CEE801E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5CA34-8E31-4A8B-932E-A9F3B618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BDFBC-83BB-4D89-A3CD-50325B5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9B02C-BAA8-4E58-9BF4-73F28F7C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AB255-18B1-4E11-A4D7-679E845D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3AA7B-1BDB-402A-AEF2-0D48517E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fetch('/api/lessons')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.then(response =&gt; response.json())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.then(data =&gt; console.log(data))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2FCC6-2DB7-45B8-83B3-0ED795DC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13431102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22422-8363-4A29-8378-75B13EB0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4B9C2-76A5-4AFF-8FA9-6E2841EC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740BA-3084-44CD-AA56-3410F01A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6B968-CFEE-4DB1-89E6-63B1650C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DC939-6AA9-458F-8957-4497F8CB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CFEC6-9EB9-426D-BA3E-F0E10979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API 주소를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2CB59-46EE-4FE1-8318-5FE17335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0370C-6F6E-4920-8E56-1106DD2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20597-F2AC-428D-AE7B-B5192860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Network 창을 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6DAD9-873C-464E-9F28-900B61E3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4C0D7-14A5-4BFD-8215-9D3A0D71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91357-AFED-446F-BC3E-99F85083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상태와 JSON을 찾습니다.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99391-5C14-46D2-9B1E-3CD3C6DF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6EF09-5B30-46A7-AA57-178FD66C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8F663-A8A7-4630-A132-4F181F1F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잘못된 주소도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41942-BD23-42CD-B369-50EE0B7B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B77FA-01CC-40D3-846D-E1C5E67F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464477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8F270-1989-4F5E-B1F2-F7C282CD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8AE97-082C-4E74-AEED-76F0A17B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C3052-1F61-46DB-9E06-87349CF5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8BF97-3EBA-4579-AAA0-B848B08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D94BB-6C81-47DF-95B0-97667AFD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“브라우저와 서버의 요청·응답을 식당 주문에 비유해 설명해줘.”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D5065-D398-4625-9F76-765E616B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0790C-E2D7-462D-9198-A0086069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15542315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CFF6D-B05B-48CB-B728-EEFD8219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72458-19CF-40C6-9675-7E2F76E2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0510A-6466-48C4-892D-0FAB67A6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902A1-2685-4EC0-8ED4-42A16BEA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2F401-7728-488E-BE5C-21479C8E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C04DE-8646-40B0-88A4-99CDF4C2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요청과 응답 주체를 구분하나요?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14D6-A7BC-4DC0-9725-B468EC29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A9B85-9260-4A97-A3B0-B22A9F2E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9A9FD-3BA4-4188-90DE-EA093F63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응답 상태를 봤나요?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7AA0E-CED6-4492-A3E4-D28977CE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02416-A8E4-4E92-92C2-C314B44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4EB3D-8731-4EB7-921A-99FDE05F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Node.js 웹서비스 기초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91C65-D51C-4C03-A96B-A2E2037A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726937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2026-08-26T00:52:08.8160000Z</dcterms:created>
  <dcterms:modified xsi:type="dcterms:W3CDTF">2026-08-26T00:52:08.8160000Z</dcterms:modified>
</coreProperties>
</file>