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edb4dc93849d8" /><Relationship Type="http://schemas.openxmlformats.org/officeDocument/2006/relationships/extended-properties" Target="/docProps/app.xml" Id="R089aac980756441c" /><Relationship Type="http://schemas.openxmlformats.org/officeDocument/2006/relationships/officeDocument" Target="/ppt/presentation.xml" Id="Re6b36b0b1c5b47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0573c97c04e39"/>
  </p:sldMasterIdLst>
  <p:notesMasterIdLst>
    <p:notesMasterId xmlns:r="http://schemas.openxmlformats.org/officeDocument/2006/relationships" r:id="Ra201f3bd4fc04069"/>
  </p:notesMasterIdLst>
  <p:sldIdLst>
    <p:sldId xmlns:r="http://schemas.openxmlformats.org/officeDocument/2006/relationships" id="256" r:id="Rafc474fd30db44f2"/>
    <p:sldId xmlns:r="http://schemas.openxmlformats.org/officeDocument/2006/relationships" id="257" r:id="R0f2e89837fec4f3c"/>
    <p:sldId xmlns:r="http://schemas.openxmlformats.org/officeDocument/2006/relationships" id="258" r:id="Rcc04888659914543"/>
    <p:sldId xmlns:r="http://schemas.openxmlformats.org/officeDocument/2006/relationships" id="259" r:id="R122bc4acb27a4895"/>
    <p:sldId xmlns:r="http://schemas.openxmlformats.org/officeDocument/2006/relationships" id="260" r:id="Re691931f680f4cfe"/>
    <p:sldId xmlns:r="http://schemas.openxmlformats.org/officeDocument/2006/relationships" id="261" r:id="R55b38dba533e48d7"/>
    <p:sldId xmlns:r="http://schemas.openxmlformats.org/officeDocument/2006/relationships" id="262" r:id="R2892ef6b67cd4af2"/>
    <p:sldId xmlns:r="http://schemas.openxmlformats.org/officeDocument/2006/relationships" id="263" r:id="Rb6745399c78348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166182e7514c6e" /><Relationship Type="http://schemas.openxmlformats.org/officeDocument/2006/relationships/slideMaster" Target="/ppt/slideMasters/slideMaster1.xml" Id="R7700573c97c04e39" /><Relationship Type="http://schemas.openxmlformats.org/officeDocument/2006/relationships/notesMaster" Target="/ppt/notesMasters/notesMaster1.xml" Id="Ra201f3bd4fc04069" /><Relationship Type="http://schemas.openxmlformats.org/officeDocument/2006/relationships/presProps" Target="/ppt/presProps.xml" Id="R28cbd434e1774385" /><Relationship Type="http://schemas.openxmlformats.org/officeDocument/2006/relationships/tableStyles" Target="/ppt/tableStyles.xml" Id="R2904881495284621" /><Relationship Type="http://schemas.openxmlformats.org/officeDocument/2006/relationships/slide" Target="/ppt/slides/slide1.xml" Id="Rafc474fd30db44f2" /><Relationship Type="http://schemas.openxmlformats.org/officeDocument/2006/relationships/slide" Target="/ppt/slides/slide2.xml" Id="R0f2e89837fec4f3c" /><Relationship Type="http://schemas.openxmlformats.org/officeDocument/2006/relationships/slide" Target="/ppt/slides/slide3.xml" Id="Rcc04888659914543" /><Relationship Type="http://schemas.openxmlformats.org/officeDocument/2006/relationships/slide" Target="/ppt/slides/slide4.xml" Id="R122bc4acb27a4895" /><Relationship Type="http://schemas.openxmlformats.org/officeDocument/2006/relationships/slide" Target="/ppt/slides/slide5.xml" Id="Re691931f680f4cfe" /><Relationship Type="http://schemas.openxmlformats.org/officeDocument/2006/relationships/slide" Target="/ppt/slides/slide6.xml" Id="R55b38dba533e48d7" /><Relationship Type="http://schemas.openxmlformats.org/officeDocument/2006/relationships/slide" Target="/ppt/slides/slide7.xml" Id="R2892ef6b67cd4af2" /><Relationship Type="http://schemas.openxmlformats.org/officeDocument/2006/relationships/slide" Target="/ppt/slides/slide8.xml" Id="Rb6745399c78348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bfa2e63c174d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4ffedbd554137" /><Relationship Type="http://schemas.openxmlformats.org/officeDocument/2006/relationships/notesMaster" Target="/ppt/notesMasters/notesMaster1.xml" Id="Rce347dd437ac4d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9a224a7ef74b96" /><Relationship Type="http://schemas.openxmlformats.org/officeDocument/2006/relationships/notesMaster" Target="/ppt/notesMasters/notesMaster1.xml" Id="R09b33a7a23d341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886f5f3b824261" /><Relationship Type="http://schemas.openxmlformats.org/officeDocument/2006/relationships/notesMaster" Target="/ppt/notesMasters/notesMaster1.xml" Id="Re429abb832f144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3ae0eca6744ac" /><Relationship Type="http://schemas.openxmlformats.org/officeDocument/2006/relationships/notesMaster" Target="/ppt/notesMasters/notesMaster1.xml" Id="R1643665924c64d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e9420276f349aa" /><Relationship Type="http://schemas.openxmlformats.org/officeDocument/2006/relationships/notesMaster" Target="/ppt/notesMasters/notesMaster1.xml" Id="Rbbcfce90596448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9a6a64c2f04006" /><Relationship Type="http://schemas.openxmlformats.org/officeDocument/2006/relationships/notesMaster" Target="/ppt/notesMasters/notesMaster1.xml" Id="R9988786c6d1644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eeb7ea517a4f14" /><Relationship Type="http://schemas.openxmlformats.org/officeDocument/2006/relationships/notesMaster" Target="/ppt/notesMasters/notesMaster1.xml" Id="R4c227b8e2ae647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4cbbd683714de6" /><Relationship Type="http://schemas.openxmlformats.org/officeDocument/2006/relationships/notesMaster" Target="/ppt/notesMasters/notesMaster1.xml" Id="R7f893d18bafc4f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aab2d49304d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e9ee35a204000" /><Relationship Type="http://schemas.openxmlformats.org/officeDocument/2006/relationships/slideLayout" Target="/ppt/slideLayouts/slideLayout1.xml" Id="Rfed8509b25e4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d8509b25e4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9bf3d101d42a4" /><Relationship Type="http://schemas.openxmlformats.org/officeDocument/2006/relationships/image" Target="/ppt/media/image.bin" Id="R4cb2e806ddc547f0" /><Relationship Type="http://schemas.openxmlformats.org/officeDocument/2006/relationships/notesSlide" Target="/ppt/notesSlides/notesSlide1.xml" Id="Rd1ce50c94a4747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83072f1564e46" /><Relationship Type="http://schemas.openxmlformats.org/officeDocument/2006/relationships/notesSlide" Target="/ppt/notesSlides/notesSlide2.xml" Id="Rfb2f9925f03d44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a4ab799584881" /><Relationship Type="http://schemas.openxmlformats.org/officeDocument/2006/relationships/notesSlide" Target="/ppt/notesSlides/notesSlide3.xml" Id="Rb6b8229b208341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3030eb38f41ee" /><Relationship Type="http://schemas.openxmlformats.org/officeDocument/2006/relationships/notesSlide" Target="/ppt/notesSlides/notesSlide4.xml" Id="Rbe24ece8e5c043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d14c8572643e7" /><Relationship Type="http://schemas.openxmlformats.org/officeDocument/2006/relationships/notesSlide" Target="/ppt/notesSlides/notesSlide5.xml" Id="R2174d028af1c4f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731f3c15e4a49" /><Relationship Type="http://schemas.openxmlformats.org/officeDocument/2006/relationships/notesSlide" Target="/ppt/notesSlides/notesSlide6.xml" Id="R192008592b284a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9281e0a254b98" /><Relationship Type="http://schemas.openxmlformats.org/officeDocument/2006/relationships/notesSlide" Target="/ppt/notesSlides/notesSlide7.xml" Id="Rcdf569d867884a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18be4cd974d64" /><Relationship Type="http://schemas.openxmlformats.org/officeDocument/2006/relationships/notesSlide" Target="/ppt/notesSlides/notesSlide8.xml" Id="R3118d58c362e49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56E0D-2CC8-485D-B0FE-50C424CA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E1EE0-9E42-4BCF-B17B-1814DDE6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백엔드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0DCD2-FEC8-475F-84F3-BAF83653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API 입력값 안전하게 확인하기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58D78-4510-4F62-8E96-BF0689EA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비어 있거나 너무 긴 입력을 서버에서 막습니다.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E5636-ED4D-427C-8B28-FF1BE2D0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55EF6-DA3D-44CD-BF04-66044A34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25분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2e806ddc547f0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20754-D8F1-49B9-B45A-7C72F731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859200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CB116-E3EB-401F-8237-C465D9FC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1412-2543-4D48-A794-42CD0FA2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7AD42-0156-4E07-94B1-43AC1326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0F5C2-A332-439A-9203-A80021CD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164AB-5E02-4F30-843B-DA4DFDD8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D7868-3894-4BED-A0BA-9D59ECDE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입력 검증의 이유를 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58007-5691-4978-900D-37473219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D0BBA-E590-4E5C-BB2F-972FFFD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561D6-5DD0-4C78-B232-7EAE9E87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필수값과 길이를 검사합니다.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417E8-AFB4-4CD8-8877-DA55F05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26DA4-7440-4D27-AB2C-C109AB33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784681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F1DAC-8FC0-40F6-9162-471D5F1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A96EB-DE58-4A3B-8975-C5AAB1A2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D47E0-F3C3-48CA-8461-7CA87E14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4C062-F98A-4539-8B2B-F27C93F8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3BCD3-2652-45C5-895F-0B96763E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입력 검증은 택배를 보내기 전 주소를 확인하는 일과 같습니다. 잘못된 값이 다음 단계로 넘어가지 않게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EE76D-2832-4046-A893-E4576BA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B1431-15F8-413D-97EC-83C2435A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입력 검증의 이유를 압니다.</a:t>
            </a:r>
          </a:p>
        </p:txBody>
      </p:sp>
    </p:spTree>
    <p:extLst>
      <p:ext uri="{BB962C8B-B14F-4D97-AF65-F5344CB8AC3E}">
        <p14:creationId xmlns:p14="http://schemas.microsoft.com/office/powerpoint/2010/main" val="847349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ADC3A-94E0-444E-A2F7-63D0816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06C9F-47D7-4CE0-A8F7-E9785412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36368-BEB8-407A-8E25-AD1E121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B5547-7535-4417-9F99-0C7B36B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D178E-B8C3-45D7-97C1-63D42FC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C4C4C-E0F2-462A-A25C-133469D2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title을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2A54A-2EEB-4D05-8B15-B3D27191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60826-025E-4EBC-BB57-788C2BF0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1D7DC-EF35-48AB-B1D5-9D5A0DB9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빈 값을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08222-1F7E-4448-B4C3-02F42C6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8D809-F1CC-48AD-9BD2-67CA8533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46677-5E0D-4F59-A045-DFA5C6A2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100자를 제한합니다.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0D512-A2F5-4E79-88FA-EDEDFBB7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A0280-066D-4840-A1A4-64FBD77C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4335F-D5B6-4499-A441-B11DAB0E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오류 문장을 응답합니다.</a:t>
            </a:r>
          </a:p>
        </p:txBody>
      </p:sp>
    </p:spTree>
    <p:extLst>
      <p:ext uri="{BB962C8B-B14F-4D97-AF65-F5344CB8AC3E}">
        <p14:creationId xmlns:p14="http://schemas.microsoft.com/office/powerpoint/2010/main" val="185339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638B7-0CA4-491F-8BE0-4F6D32A0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3AE39-03F3-4DCF-B0E5-2AED6F7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4E327-E7DE-4863-8BC4-1D237B2C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75D75-4C6B-4026-AFDD-163D05E2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49FEE-71B6-4424-9E68-E0DE77DB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1A50D-47BD-4F32-A684-08B245DC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if (!title || title.trim().length &gt; 100) {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  return res.status(400).json({ message: '제목을 확인해 주세요.' })</a:t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F5689-22D6-4B55-BA69-8831EA64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883465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C9EB5-3800-478A-B8B8-A6CDB118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DE746-4696-44DB-8121-0D622785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62087-9123-419D-AA62-03E0308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0757C-53C3-4133-B6AC-AA9DA59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8B468-8E28-45A2-BA10-5DF9A643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DA721-A189-49E3-8EA6-5CFCA95E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title을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416D1-30B5-4D33-BAC4-D1ABD9C1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9D12A-C73B-4723-91DF-8E2C2468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AE3C2-C9EB-4A13-A7E6-38F9DC42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빈 값을 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704F8-CC51-4EED-A046-BAB4EA96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CE4A4-D537-438D-9D69-DC2A9F11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D5223-F759-4851-8E6B-B08F0DF8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100자를 제한합니다.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DFBF3-0D06-45B6-8B13-AC63D31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F8ACA-0D43-4881-890C-33E49A30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92A5C-74B4-4800-BC41-0EA7090D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오류 문장을 응답합니다.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7A3D1-D23E-4B18-B135-D473B60C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BD69F-55CF-4800-A0CD-1CDED55E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743468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2FE11-1DA2-4A05-9C62-4DC4B184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B9D79-8ED0-4BA6-9825-A7CA8CD2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ED3C-4FB1-4AC7-937B-ECD2079B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4664C-C47B-4763-91CC-8B42D10F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B0845-A816-4D2D-A95A-B1D8DBB2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“교육자료 제목을 필수로 받고 100자로 제한하는 코드를 작성해줘.”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86270-20B6-4073-85CC-04B4823A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4C8A0-3724-440B-837E-7A9C6C78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1875164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A9C05-CBFA-4EF8-8BE2-42D1C55C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510FA-F8FE-449C-B9A7-2619E0CD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B542C-F659-4224-AE7D-7361B6BD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F5B79-F691-43CE-851B-883C04D1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60DF7-EF07-4BC7-A8D7-A4725F15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B05D8-7FC1-46C4-A80F-58EB9F8A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빈 값이 막히나요?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E65D0-D225-429E-9F9E-CA941AF1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C1918-5856-4BCA-BA1C-9C05505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13141-F064-4450-99DF-7EE34E98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오류 문장이 쉬운가요?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B95B0-4E59-401D-853E-31765FCA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F2359-8476-4C42-BC4C-344E37E9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A6681-F523-4BAB-8F35-7C4A9411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Node.js 웹서비스 기초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31CDA-31FC-442D-A694-0A309389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1168450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2026-08-26T00:52:11.7070000Z</dcterms:created>
  <dcterms:modified xsi:type="dcterms:W3CDTF">2026-08-26T00:52:11.7070000Z</dcterms:modified>
</coreProperties>
</file>