
<file path=[Content_Types].xml><?xml version="1.0" encoding="utf-8"?>
<Types xmlns="http://schemas.openxmlformats.org/package/2006/content-types">
  <Default Extension="xml" ContentType="application/vnd.openxmlformats-package.core-properties+xml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40cc8a7ba14597" /><Relationship Type="http://schemas.openxmlformats.org/officeDocument/2006/relationships/extended-properties" Target="/docProps/app.xml" Id="Redde5451543e447d" /><Relationship Type="http://schemas.openxmlformats.org/officeDocument/2006/relationships/officeDocument" Target="/ppt/presentation.xml" Id="Rc6674b57bc8e449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c709a9b84c4995"/>
  </p:sldMasterIdLst>
  <p:notesMasterIdLst>
    <p:notesMasterId xmlns:r="http://schemas.openxmlformats.org/officeDocument/2006/relationships" r:id="R5ad97bf9e87b4600"/>
  </p:notesMasterIdLst>
  <p:sldIdLst>
    <p:sldId xmlns:r="http://schemas.openxmlformats.org/officeDocument/2006/relationships" id="256" r:id="R5169e2a6a27045b7"/>
    <p:sldId xmlns:r="http://schemas.openxmlformats.org/officeDocument/2006/relationships" id="257" r:id="R502a4d7462354b29"/>
    <p:sldId xmlns:r="http://schemas.openxmlformats.org/officeDocument/2006/relationships" id="258" r:id="R869e693685a6431d"/>
    <p:sldId xmlns:r="http://schemas.openxmlformats.org/officeDocument/2006/relationships" id="259" r:id="Rbeb11576fb304a2f"/>
    <p:sldId xmlns:r="http://schemas.openxmlformats.org/officeDocument/2006/relationships" id="260" r:id="Rc924796a06cc4500"/>
    <p:sldId xmlns:r="http://schemas.openxmlformats.org/officeDocument/2006/relationships" id="261" r:id="Rd9e5a44383b14eb0"/>
    <p:sldId xmlns:r="http://schemas.openxmlformats.org/officeDocument/2006/relationships" id="262" r:id="Rac6b2d9261014da8"/>
    <p:sldId xmlns:r="http://schemas.openxmlformats.org/officeDocument/2006/relationships" id="263" r:id="R105d43092bf6495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7c3e3bb782492a" /><Relationship Type="http://schemas.openxmlformats.org/officeDocument/2006/relationships/slideMaster" Target="/ppt/slideMasters/slideMaster1.xml" Id="R1bc709a9b84c4995" /><Relationship Type="http://schemas.openxmlformats.org/officeDocument/2006/relationships/notesMaster" Target="/ppt/notesMasters/notesMaster1.xml" Id="R5ad97bf9e87b4600" /><Relationship Type="http://schemas.openxmlformats.org/officeDocument/2006/relationships/presProps" Target="/ppt/presProps.xml" Id="R294e76fc9e374cad" /><Relationship Type="http://schemas.openxmlformats.org/officeDocument/2006/relationships/tableStyles" Target="/ppt/tableStyles.xml" Id="R945f2d3054e14ca7" /><Relationship Type="http://schemas.openxmlformats.org/officeDocument/2006/relationships/slide" Target="/ppt/slides/slide1.xml" Id="R5169e2a6a27045b7" /><Relationship Type="http://schemas.openxmlformats.org/officeDocument/2006/relationships/slide" Target="/ppt/slides/slide2.xml" Id="R502a4d7462354b29" /><Relationship Type="http://schemas.openxmlformats.org/officeDocument/2006/relationships/slide" Target="/ppt/slides/slide3.xml" Id="R869e693685a6431d" /><Relationship Type="http://schemas.openxmlformats.org/officeDocument/2006/relationships/slide" Target="/ppt/slides/slide4.xml" Id="Rbeb11576fb304a2f" /><Relationship Type="http://schemas.openxmlformats.org/officeDocument/2006/relationships/slide" Target="/ppt/slides/slide5.xml" Id="Rc924796a06cc4500" /><Relationship Type="http://schemas.openxmlformats.org/officeDocument/2006/relationships/slide" Target="/ppt/slides/slide6.xml" Id="Rd9e5a44383b14eb0" /><Relationship Type="http://schemas.openxmlformats.org/officeDocument/2006/relationships/slide" Target="/ppt/slides/slide7.xml" Id="Rac6b2d9261014da8" /><Relationship Type="http://schemas.openxmlformats.org/officeDocument/2006/relationships/slide" Target="/ppt/slides/slide8.xml" Id="R105d43092bf649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198a9bc8104d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80456f770e46a2" /><Relationship Type="http://schemas.openxmlformats.org/officeDocument/2006/relationships/notesMaster" Target="/ppt/notesMasters/notesMaster1.xml" Id="Rfb1e5ec4d0a948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9a63c4e72544ab" /><Relationship Type="http://schemas.openxmlformats.org/officeDocument/2006/relationships/notesMaster" Target="/ppt/notesMasters/notesMaster1.xml" Id="Rc45c6f54b1e74a5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fb52a0b5ca34599" /><Relationship Type="http://schemas.openxmlformats.org/officeDocument/2006/relationships/notesMaster" Target="/ppt/notesMasters/notesMaster1.xml" Id="R489f9173c36c45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091c38bebe449c3" /><Relationship Type="http://schemas.openxmlformats.org/officeDocument/2006/relationships/notesMaster" Target="/ppt/notesMasters/notesMaster1.xml" Id="R88e762402a6940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da8b1260014465" /><Relationship Type="http://schemas.openxmlformats.org/officeDocument/2006/relationships/notesMaster" Target="/ppt/notesMasters/notesMaster1.xml" Id="Rcc00c38d4f9d48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39c44809034116" /><Relationship Type="http://schemas.openxmlformats.org/officeDocument/2006/relationships/notesMaster" Target="/ppt/notesMasters/notesMaster1.xml" Id="R2e43b31f5d234e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ace3eb34c747ab" /><Relationship Type="http://schemas.openxmlformats.org/officeDocument/2006/relationships/notesMaster" Target="/ppt/notesMasters/notesMaster1.xml" Id="R0e921044f9de49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452a3d50d8451d" /><Relationship Type="http://schemas.openxmlformats.org/officeDocument/2006/relationships/notesMaster" Target="/ppt/notesMasters/notesMaster1.xml" Id="R3cdd354e2c7042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4444004f8d445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a3a44922a34f7c" /><Relationship Type="http://schemas.openxmlformats.org/officeDocument/2006/relationships/slideLayout" Target="/ppt/slideLayouts/slideLayout1.xml" Id="R101fb57db77d48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1fb57db77d48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b80e445d44315" /><Relationship Type="http://schemas.openxmlformats.org/officeDocument/2006/relationships/image" Target="/ppt/media/image.bin" Id="R93dddf93b21b4237" /><Relationship Type="http://schemas.openxmlformats.org/officeDocument/2006/relationships/notesSlide" Target="/ppt/notesSlides/notesSlide1.xml" Id="Rdd58ed740e7240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29ca05dfa54f4e" /><Relationship Type="http://schemas.openxmlformats.org/officeDocument/2006/relationships/notesSlide" Target="/ppt/notesSlides/notesSlide2.xml" Id="Radd179e2afd34c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54ef3232464210" /><Relationship Type="http://schemas.openxmlformats.org/officeDocument/2006/relationships/notesSlide" Target="/ppt/notesSlides/notesSlide3.xml" Id="Rc82f4ee1442e45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67ba680ae34918" /><Relationship Type="http://schemas.openxmlformats.org/officeDocument/2006/relationships/notesSlide" Target="/ppt/notesSlides/notesSlide4.xml" Id="R2f6513a6208547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4d79630f204039" /><Relationship Type="http://schemas.openxmlformats.org/officeDocument/2006/relationships/notesSlide" Target="/ppt/notesSlides/notesSlide5.xml" Id="R863d16e8406a4d9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b0efc77e6c441e" /><Relationship Type="http://schemas.openxmlformats.org/officeDocument/2006/relationships/notesSlide" Target="/ppt/notesSlides/notesSlide6.xml" Id="Rfc8c8e8007e74c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05290e1ebe470d" /><Relationship Type="http://schemas.openxmlformats.org/officeDocument/2006/relationships/notesSlide" Target="/ppt/notesSlides/notesSlide7.xml" Id="R9f82d241b6f84b4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08438412245dd" /><Relationship Type="http://schemas.openxmlformats.org/officeDocument/2006/relationships/notesSlide" Target="/ppt/notesSlides/notesSlide8.xml" Id="R55f7a30aa7ec47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FC7A42-CFE5-47E1-9475-91DA25432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260BDE-0782-4B12-B9F5-912CAC0B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5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57E8"/>
                </a:solidFill>
              </a:defRPr>
            </a:pPr>
            <a:r>
              <a:rPr sz="1350" b="1">
                <a:solidFill>
                  <a:srgbClr val="6657E8"/>
                </a:solidFill>
              </a:rPr>
              <a:t>백엔드 · 기초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9A33E-0114-498E-A3DF-FD94D2CE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5429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82235"/>
                </a:solidFill>
              </a:defRPr>
            </a:pPr>
            <a:r>
              <a:rPr sz="3900" b="1">
                <a:solidFill>
                  <a:srgbClr val="182235"/>
                </a:solidFill>
              </a:rPr>
              <a:t>Node.js JSON API 만들기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5E2F4B-A6C6-4415-99CF-A8401566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57083"/>
                </a:solidFill>
              </a:defRPr>
            </a:pPr>
            <a:r>
              <a:rPr sz="1800">
                <a:solidFill>
                  <a:srgbClr val="657083"/>
                </a:solidFill>
              </a:rPr>
              <a:t>교육자료 목록을 JSON으로 돌려주는 작은 API를 만듭니다.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2CA981-2994-480C-B8F9-1D870A68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22669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97F47C-94B8-49E0-8144-DFF058C6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24425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약 30분 학습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dddf93b21b4237"/>
          <a:srcRect xmlns:a="http://schemas.openxmlformats.org/drawingml/2006/main" l="17949" t="0" r="1794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857250"/>
            <a:ext cx="4762500" cy="4953000"/>
          </a:xfrm>
          <a:prstGeom xmlns:a="http://schemas.openxmlformats.org/drawingml/2006/main" prst="roundRect">
            <a:avLst>
              <a:gd name="adj" fmla="val 3200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DE99AD-C441-4317-99DD-20E6F2DF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198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57083"/>
                </a:solidFill>
              </a:defRPr>
            </a:pPr>
            <a:r>
              <a:rPr sz="1125">
                <a:solidFill>
                  <a:srgbClr val="657083"/>
                </a:solidFill>
              </a:rPr>
              <a:t>EDU 웹개발 교육 플랫폼</a:t>
            </a:r>
          </a:p>
        </p:txBody>
      </p:sp>
    </p:spTree>
    <p:extLst>
      <p:ext uri="{BB962C8B-B14F-4D97-AF65-F5344CB8AC3E}">
        <p14:creationId xmlns:p14="http://schemas.microsoft.com/office/powerpoint/2010/main" val="2504533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276375-7288-4944-A4C9-1201C5A8A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9C8F50-137C-4291-A5BF-EA5B8AD4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오늘은 이것을 할 수 있게 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863724-5BBC-4129-89CB-687C32C8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0655C-9116-4F9D-A4CD-B3ACDB91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05A8DF-A9B5-4667-965F-AACF4AA6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B4B664-22CE-4A4B-A114-A1424485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6097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API와 JSON을 이해합니다.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830778-04C5-4F7F-930E-DA1DA91C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8F49C8-3D25-4727-B661-60ACBC02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384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5B34FF-0D4A-4281-95E1-14098BC7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812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목록 응답을 만듭니다.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B3B368-C5F2-4933-80D2-DFCC9DD8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3143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7F3C01-C306-47DF-80C0-D26B7230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89585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8493B"/>
                </a:solidFill>
              </a:defRPr>
            </a:pPr>
            <a:r>
              <a:rPr sz="1500" b="1">
                <a:solidFill>
                  <a:srgbClr val="A8493B"/>
                </a:solidFill>
              </a:rPr>
              <a:t>외우기보다 직접 실행하고</a:t>
            </a:r>
          </a:p>
          <a:p xmlns:a="http://schemas.openxmlformats.org/drawingml/2006/main">
            <a:pPr algn="ctr">
              <a:defRPr sz="1500" b="1">
                <a:solidFill>
                  <a:srgbClr val="A8493B"/>
                </a:solidFill>
              </a:defRPr>
            </a:pPr>
            <a:r>
              <a:rPr sz="1500" b="1">
                <a:solidFill>
                  <a:srgbClr val="A8493B"/>
                </a:solidFill>
              </a:rPr>
              <a:t>바뀐 결과를 확인하세요.</a:t>
            </a:r>
          </a:p>
        </p:txBody>
      </p:sp>
    </p:spTree>
    <p:extLst>
      <p:ext uri="{BB962C8B-B14F-4D97-AF65-F5344CB8AC3E}">
        <p14:creationId xmlns:p14="http://schemas.microsoft.com/office/powerpoint/2010/main" val="16299842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159B6F-C92D-4293-924D-D25C85E0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187D13-3D17-4244-BEAB-D89DC693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생활 속 비유로 먼저 이해해요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B26303-CC37-4BBE-A5E0-5539B5B8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DBE365-B1EF-44A2-B16E-15AEA35A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EBCFDD-31EA-4DA7-91CF-14262BDE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52625"/>
            <a:ext cx="9906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82235"/>
                </a:solidFill>
              </a:defRPr>
            </a:pPr>
            <a:r>
              <a:rPr sz="2100">
                <a:solidFill>
                  <a:srgbClr val="182235"/>
                </a:solidFill>
              </a:rPr>
              <a:t>API는 프로그램끼리 자료를 주고받는 창구이고 JSON은 제목과 값이 짝을 이루는 자료 형식입니다.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431C87-2273-46BB-AF37-6B31E3C7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한 문장으로 말해보기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A6D951-0684-4A5E-89CC-709DF13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62550"/>
            <a:ext cx="714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API와 JSON을 이해합니다.</a:t>
            </a:r>
          </a:p>
        </p:txBody>
      </p:sp>
    </p:spTree>
    <p:extLst>
      <p:ext uri="{BB962C8B-B14F-4D97-AF65-F5344CB8AC3E}">
        <p14:creationId xmlns:p14="http://schemas.microsoft.com/office/powerpoint/2010/main" val="1101746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F69248-DC63-49F6-B5FD-AA7CA43E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014053-760E-4E94-BAF0-8C672314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작동 순서는 네 단계면 충분합니다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DDC6B4-364F-4921-B9EE-1CC96998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705FF-1793-487B-98CF-AB844737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AE264-E65D-4A5C-B789-01214F4D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5FA4E-EB43-4361-8FA8-71A56FF6E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5049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서버 파일을 만듭니다.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B8EE9F-F90D-46A1-BBC6-A243162B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9A7C9B-8769-4107-88C6-05467EA5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6F3B7E-001D-4973-95C4-CBA9DD6A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주소를 정합니다.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C7FFAC-4755-49E2-BECD-F3560459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1A926B-FE03-4C55-B4FB-F17CC5A4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052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B7B3C8-ECC2-4781-BA3B-AA653164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480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배열을 응답합니다.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BEE3FF-144B-4515-9FA1-DF0A9627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C6A6FF-8564-4F2E-92E1-03CDB7C8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F9CEFA-8186-4ACF-A769-FA32D0A8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196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브라우저에서 봅니다.</a:t>
            </a:r>
          </a:p>
        </p:txBody>
      </p:sp>
    </p:spTree>
    <p:extLst>
      <p:ext uri="{BB962C8B-B14F-4D97-AF65-F5344CB8AC3E}">
        <p14:creationId xmlns:p14="http://schemas.microsoft.com/office/powerpoint/2010/main" val="621436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7787D-14E7-4049-90A0-8CDA2CD4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23EBF-C200-4F91-B894-6B69FF64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예제 코드를 한 줄씩 살펴보세요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67C8B6-13A7-4229-9A06-B00F1538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B6E60A-5CB3-44D3-B5CF-A99E932B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10820400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E4E7F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1F078D-FF0E-4597-880F-98EF06A0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430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657E8"/>
                </a:solidFill>
              </a:defRPr>
            </a:pPr>
            <a:r>
              <a:rPr sz="1275" b="1">
                <a:solidFill>
                  <a:srgbClr val="6657E8"/>
                </a:solidFill>
              </a:rPr>
              <a:t>JavaScript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E2EF2-3F1F-49DB-964D-8B21CBA8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47875"/>
            <a:ext cx="101346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app.get('/api/lessons', (req, res) =&gt; {</a:t>
            </a:r>
          </a:p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  res.json([{ id: 1, title: 'HTML 시작' }])</a:t>
            </a:r>
          </a:p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})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B0C430-B8CA-4780-BF5F-A8A53C8A4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57083"/>
                </a:solidFill>
              </a:defRPr>
            </a:pPr>
            <a:r>
              <a:rPr sz="1425">
                <a:solidFill>
                  <a:srgbClr val="657083"/>
                </a:solidFill>
              </a:rPr>
              <a:t>처음에는 그대로 실행하고, 문장이나 숫자 하나만 바꿔 보세요.</a:t>
            </a:r>
          </a:p>
        </p:txBody>
      </p:sp>
    </p:spTree>
    <p:extLst>
      <p:ext uri="{BB962C8B-B14F-4D97-AF65-F5344CB8AC3E}">
        <p14:creationId xmlns:p14="http://schemas.microsoft.com/office/powerpoint/2010/main" val="14181416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AFE92-2635-4603-B145-8930E64D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41FEA8-5DE8-4038-BAC2-10783683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10분 실습은 작은 성공을 만드는 시간입니다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5C604-7D5C-4FEA-AA9C-DC7F78D5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91F9D9-E23A-456B-9818-2157674F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08669-822D-4152-A8B9-43471A60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39F38-EC77-4BE9-945C-39BD01F7F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478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서버 파일을 만듭니다.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346909-B97D-4F52-99DD-E40F6DC7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97B4B4-4CAA-42BB-8B83-9FBC871F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4EDC99-1DE5-4CD9-8288-06017F3D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193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주소를 정합니다.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E587DC-8210-456C-A51C-0E9232A4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528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93DF21-75E2-4512-9230-30B25897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D59B92-CE58-4B20-BA31-DE7201B1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909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배열을 응답합니다.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71EE8E-C949-4E8B-A788-F93350DB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4AFD3C-20D5-499D-9D84-67209886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E7E5EA-2248-4A88-8B0B-71A8A36B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624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브라우저에서 봅니다.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7D0A5B-5302-48C7-A5C7-F2FE225A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95900"/>
            <a:ext cx="33337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57C7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DAA012-FA77-40B7-BF3F-2CA1F543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4578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완료: 화면에서 결과 확인</a:t>
            </a:r>
          </a:p>
        </p:txBody>
      </p:sp>
    </p:spTree>
    <p:extLst>
      <p:ext uri="{BB962C8B-B14F-4D97-AF65-F5344CB8AC3E}">
        <p14:creationId xmlns:p14="http://schemas.microsoft.com/office/powerpoint/2010/main" val="15881364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0B6247-D4E5-46E9-A404-0B85E111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1FC85A-47EC-4E70-B226-3651E961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Codex에는 이렇게 요청하세요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FDAF60-5A54-4619-B181-5A55D033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C29B65-18AB-436B-BE18-973069DE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657DA2-C601-418F-8760-72F456A5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52625"/>
            <a:ext cx="99441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403A84"/>
                </a:solidFill>
              </a:defRPr>
            </a:pPr>
            <a:r>
              <a:rPr sz="2025" b="1">
                <a:solidFill>
                  <a:srgbClr val="403A84"/>
                </a:solidFill>
              </a:rPr>
              <a:t>“Express에서 교육자료 두 개를 JSON으로 반환하는 API를 만들어줘.”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C12E24-53AB-4EBB-B24A-224931E68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958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좋은 요청의 세 가지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FA7E77-A352-47ED-8988-7F157490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57775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① 바꿀 대상  ② 유지할 기능  ③ 확인 방법</a:t>
            </a:r>
          </a:p>
        </p:txBody>
      </p:sp>
    </p:spTree>
    <p:extLst>
      <p:ext uri="{BB962C8B-B14F-4D97-AF65-F5344CB8AC3E}">
        <p14:creationId xmlns:p14="http://schemas.microsoft.com/office/powerpoint/2010/main" val="110436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011730-87A8-4FF8-908F-F1B9BDB1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2BBB2D-7435-4BD5-B5A6-35589DB1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직접 확인하면 오늘 학습이 완성됩니다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1475A0-92F0-4792-8D8F-28D4F289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A823F9-AA68-4794-82F7-5F8A494C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763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26E675-191F-4B71-978A-8F8A9A74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7B6B"/>
                </a:solidFill>
              </a:defRPr>
            </a:pPr>
            <a:r>
              <a:rPr sz="1500" b="1">
                <a:solidFill>
                  <a:srgbClr val="FF7B6B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0D1A0-01B7-47F6-8594-67891D2C2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5144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JSON이 보이나요?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C1290E-E431-443D-B73C-8E4F1E8B1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72B053-91DA-4517-87C0-8D48024B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7B6B"/>
                </a:solidFill>
              </a:defRPr>
            </a:pPr>
            <a:r>
              <a:rPr sz="1500" b="1">
                <a:solidFill>
                  <a:srgbClr val="FF7B6B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D6DDDC-FF21-48C7-8FBD-AB6CF90B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860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자료를 하나 추가했나요?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06E570-E1C6-4899-B425-0FAB50EC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5F59C7-7ED9-430E-AC54-15914858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067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6755F"/>
                </a:solidFill>
              </a:defRPr>
            </a:pPr>
            <a:r>
              <a:rPr sz="1425" b="1">
                <a:solidFill>
                  <a:srgbClr val="26755F"/>
                </a:solidFill>
              </a:rPr>
              <a:t>관련 교육 프로그램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E85C40-3F3D-4113-9DD1-1DE1E600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00062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235"/>
                </a:solidFill>
              </a:defRPr>
            </a:pPr>
            <a:r>
              <a:rPr sz="1875" b="1">
                <a:solidFill>
                  <a:srgbClr val="182235"/>
                </a:solidFill>
              </a:rPr>
              <a:t>Node.js 웹서비스 기초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0DFC8F-2A2D-40C2-9A77-7D7DF51E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5054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083"/>
                </a:solidFill>
              </a:defRPr>
            </a:pPr>
            <a:r>
              <a:rPr sz="1275">
                <a:solidFill>
                  <a:srgbClr val="657083"/>
                </a:solidFill>
              </a:rPr>
              <a:t>홈페이지에서 학습 완료를 표시하고 다음 자료로 이어가세요.</a:t>
            </a:r>
          </a:p>
        </p:txBody>
      </p:sp>
    </p:spTree>
    <p:extLst>
      <p:ext uri="{BB962C8B-B14F-4D97-AF65-F5344CB8AC3E}">
        <p14:creationId xmlns:p14="http://schemas.microsoft.com/office/powerpoint/2010/main" val="8487042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2026-08-26T00:52:10.2400000Z</dcterms:created>
  <dcterms:modified xsi:type="dcterms:W3CDTF">2026-08-26T00:52:10.2400000Z</dcterms:modified>
</coreProperties>
</file>