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fbba1418842e5" /><Relationship Type="http://schemas.openxmlformats.org/officeDocument/2006/relationships/extended-properties" Target="/docProps/app.xml" Id="Rbe203c9a8bf74114" /><Relationship Type="http://schemas.openxmlformats.org/officeDocument/2006/relationships/officeDocument" Target="/ppt/presentation.xml" Id="R8c0e6e94d4154b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d8840164043e9"/>
  </p:sldMasterIdLst>
  <p:notesMasterIdLst>
    <p:notesMasterId xmlns:r="http://schemas.openxmlformats.org/officeDocument/2006/relationships" r:id="R3d6f65e7a522469b"/>
  </p:notesMasterIdLst>
  <p:sldIdLst>
    <p:sldId xmlns:r="http://schemas.openxmlformats.org/officeDocument/2006/relationships" id="256" r:id="Rc086749b697d4947"/>
    <p:sldId xmlns:r="http://schemas.openxmlformats.org/officeDocument/2006/relationships" id="257" r:id="Re2d5527e9ad64bd6"/>
    <p:sldId xmlns:r="http://schemas.openxmlformats.org/officeDocument/2006/relationships" id="258" r:id="R9ddc05a8632c4a38"/>
    <p:sldId xmlns:r="http://schemas.openxmlformats.org/officeDocument/2006/relationships" id="259" r:id="R62d3987906794362"/>
    <p:sldId xmlns:r="http://schemas.openxmlformats.org/officeDocument/2006/relationships" id="260" r:id="Rf50699da7fd44b63"/>
    <p:sldId xmlns:r="http://schemas.openxmlformats.org/officeDocument/2006/relationships" id="261" r:id="R53474fffbfcd40e7"/>
    <p:sldId xmlns:r="http://schemas.openxmlformats.org/officeDocument/2006/relationships" id="262" r:id="R3ab93cf12d1e4e91"/>
    <p:sldId xmlns:r="http://schemas.openxmlformats.org/officeDocument/2006/relationships" id="263" r:id="R08abceca480d441a"/>
    <p:sldId xmlns:r="http://schemas.openxmlformats.org/officeDocument/2006/relationships" id="264" r:id="R81ea2b497ddf4d19"/>
    <p:sldId xmlns:r="http://schemas.openxmlformats.org/officeDocument/2006/relationships" id="265" r:id="Rc6a0ad1cf60e4fd3"/>
    <p:sldId xmlns:r="http://schemas.openxmlformats.org/officeDocument/2006/relationships" id="266" r:id="Rfd4d95907fbd46e1"/>
    <p:sldId xmlns:r="http://schemas.openxmlformats.org/officeDocument/2006/relationships" id="267" r:id="R6be05e832b9a465e"/>
    <p:sldId xmlns:r="http://schemas.openxmlformats.org/officeDocument/2006/relationships" id="268" r:id="R788f403ad7084a95"/>
    <p:sldId xmlns:r="http://schemas.openxmlformats.org/officeDocument/2006/relationships" id="269" r:id="Rbd311e9198b94c14"/>
    <p:sldId xmlns:r="http://schemas.openxmlformats.org/officeDocument/2006/relationships" id="270" r:id="R0e6e2a0de8ec4b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0dbd606964845" /><Relationship Type="http://schemas.openxmlformats.org/officeDocument/2006/relationships/slideMaster" Target="/ppt/slideMasters/slideMaster1.xml" Id="Ra90d8840164043e9" /><Relationship Type="http://schemas.openxmlformats.org/officeDocument/2006/relationships/notesMaster" Target="/ppt/notesMasters/notesMaster1.xml" Id="R3d6f65e7a522469b" /><Relationship Type="http://schemas.openxmlformats.org/officeDocument/2006/relationships/presProps" Target="/ppt/presProps.xml" Id="R0aec9fad18a246a3" /><Relationship Type="http://schemas.openxmlformats.org/officeDocument/2006/relationships/tableStyles" Target="/ppt/tableStyles.xml" Id="R46d67a7c24b54246" /><Relationship Type="http://schemas.openxmlformats.org/officeDocument/2006/relationships/slide" Target="/ppt/slides/slide1.xml" Id="Rc086749b697d4947" /><Relationship Type="http://schemas.openxmlformats.org/officeDocument/2006/relationships/slide" Target="/ppt/slides/slide2.xml" Id="Re2d5527e9ad64bd6" /><Relationship Type="http://schemas.openxmlformats.org/officeDocument/2006/relationships/slide" Target="/ppt/slides/slide3.xml" Id="R9ddc05a8632c4a38" /><Relationship Type="http://schemas.openxmlformats.org/officeDocument/2006/relationships/slide" Target="/ppt/slides/slide4.xml" Id="R62d3987906794362" /><Relationship Type="http://schemas.openxmlformats.org/officeDocument/2006/relationships/slide" Target="/ppt/slides/slide5.xml" Id="Rf50699da7fd44b63" /><Relationship Type="http://schemas.openxmlformats.org/officeDocument/2006/relationships/slide" Target="/ppt/slides/slide6.xml" Id="R53474fffbfcd40e7" /><Relationship Type="http://schemas.openxmlformats.org/officeDocument/2006/relationships/slide" Target="/ppt/slides/slide7.xml" Id="R3ab93cf12d1e4e91" /><Relationship Type="http://schemas.openxmlformats.org/officeDocument/2006/relationships/slide" Target="/ppt/slides/slide8.xml" Id="R08abceca480d441a" /><Relationship Type="http://schemas.openxmlformats.org/officeDocument/2006/relationships/slide" Target="/ppt/slides/slide9.xml" Id="R81ea2b497ddf4d19" /><Relationship Type="http://schemas.openxmlformats.org/officeDocument/2006/relationships/slide" Target="/ppt/slides/slide10.xml" Id="Rc6a0ad1cf60e4fd3" /><Relationship Type="http://schemas.openxmlformats.org/officeDocument/2006/relationships/slide" Target="/ppt/slides/slide11.xml" Id="Rfd4d95907fbd46e1" /><Relationship Type="http://schemas.openxmlformats.org/officeDocument/2006/relationships/slide" Target="/ppt/slides/slide12.xml" Id="R6be05e832b9a465e" /><Relationship Type="http://schemas.openxmlformats.org/officeDocument/2006/relationships/slide" Target="/ppt/slides/slide13.xml" Id="R788f403ad7084a95" /><Relationship Type="http://schemas.openxmlformats.org/officeDocument/2006/relationships/slide" Target="/ppt/slides/slide14.xml" Id="Rbd311e9198b94c14" /><Relationship Type="http://schemas.openxmlformats.org/officeDocument/2006/relationships/slide" Target="/ppt/slides/slide15.xml" Id="R0e6e2a0de8ec4b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c851b7bcf4d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59f0bf3dcf46eb" /><Relationship Type="http://schemas.openxmlformats.org/officeDocument/2006/relationships/notesMaster" Target="/ppt/notesMasters/notesMaster1.xml" Id="Re3050bb2c035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2a72be01b43cc" /><Relationship Type="http://schemas.openxmlformats.org/officeDocument/2006/relationships/notesMaster" Target="/ppt/notesMasters/notesMaster1.xml" Id="R6a670b701b2042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00068e3e547aa" /><Relationship Type="http://schemas.openxmlformats.org/officeDocument/2006/relationships/notesMaster" Target="/ppt/notesMasters/notesMaster1.xml" Id="Rb831b91cd79046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12535d44c41f3" /><Relationship Type="http://schemas.openxmlformats.org/officeDocument/2006/relationships/notesMaster" Target="/ppt/notesMasters/notesMaster1.xml" Id="R4a740a484c6741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e0d3d1839427f" /><Relationship Type="http://schemas.openxmlformats.org/officeDocument/2006/relationships/notesMaster" Target="/ppt/notesMasters/notesMaster1.xml" Id="R8bc1294351e4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401158cafe43fa" /><Relationship Type="http://schemas.openxmlformats.org/officeDocument/2006/relationships/notesMaster" Target="/ppt/notesMasters/notesMaster1.xml" Id="Rb3bc58d67e1d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97b8ee898a41f1" /><Relationship Type="http://schemas.openxmlformats.org/officeDocument/2006/relationships/notesMaster" Target="/ppt/notesMasters/notesMaster1.xml" Id="R7df8656fc448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08e8de8efa4503" /><Relationship Type="http://schemas.openxmlformats.org/officeDocument/2006/relationships/notesMaster" Target="/ppt/notesMasters/notesMaster1.xml" Id="R8ec0a2c384564a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fc3f443e1d401a" /><Relationship Type="http://schemas.openxmlformats.org/officeDocument/2006/relationships/notesMaster" Target="/ppt/notesMasters/notesMaster1.xml" Id="R80bfdac0fe2043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5eb66b6bf44b07" /><Relationship Type="http://schemas.openxmlformats.org/officeDocument/2006/relationships/notesMaster" Target="/ppt/notesMasters/notesMaster1.xml" Id="Rcb630f74818843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ab25d7a8194592" /><Relationship Type="http://schemas.openxmlformats.org/officeDocument/2006/relationships/notesMaster" Target="/ppt/notesMasters/notesMaster1.xml" Id="R038a94af09e84c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8ba771778b481d" /><Relationship Type="http://schemas.openxmlformats.org/officeDocument/2006/relationships/notesMaster" Target="/ppt/notesMasters/notesMaster1.xml" Id="R6d6a0c3468cd4c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99306fc9104d75" /><Relationship Type="http://schemas.openxmlformats.org/officeDocument/2006/relationships/notesMaster" Target="/ppt/notesMasters/notesMaster1.xml" Id="R6d2045f1632d4b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21a9070d3147a1" /><Relationship Type="http://schemas.openxmlformats.org/officeDocument/2006/relationships/notesMaster" Target="/ppt/notesMasters/notesMaster1.xml" Id="R72a2f64064c1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fc9a21c6f24e6b" /><Relationship Type="http://schemas.openxmlformats.org/officeDocument/2006/relationships/notesMaster" Target="/ppt/notesMasters/notesMaster1.xml" Id="R9ada39cc476f4e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5a0d8f82140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cf3f5e5be44a77" /><Relationship Type="http://schemas.openxmlformats.org/officeDocument/2006/relationships/slideLayout" Target="/ppt/slideLayouts/slideLayout1.xml" Id="Reaa7e10dfd064e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7e10dfd064e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dbaec7bf94695" /><Relationship Type="http://schemas.openxmlformats.org/officeDocument/2006/relationships/image" Target="/ppt/media/image.bin" Id="Rbc2f0d3b8c304124" /><Relationship Type="http://schemas.openxmlformats.org/officeDocument/2006/relationships/notesSlide" Target="/ppt/notesSlides/notesSlide1.xml" Id="R63e977c70fea47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9dd11e354d59" /><Relationship Type="http://schemas.openxmlformats.org/officeDocument/2006/relationships/notesSlide" Target="/ppt/notesSlides/notesSlide2.xml" Id="R83c3cdce3bde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f51b1ed444f99" /><Relationship Type="http://schemas.openxmlformats.org/officeDocument/2006/relationships/notesSlide" Target="/ppt/notesSlides/notesSlide3.xml" Id="Rf4f6799ff011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4ea113ef94dac" /><Relationship Type="http://schemas.openxmlformats.org/officeDocument/2006/relationships/notesSlide" Target="/ppt/notesSlides/notesSlide4.xml" Id="R66a224f748ff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a246405394b96" /><Relationship Type="http://schemas.openxmlformats.org/officeDocument/2006/relationships/notesSlide" Target="/ppt/notesSlides/notesSlide5.xml" Id="Rdb9c9a2c75ce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e3a36bd434df0" /><Relationship Type="http://schemas.openxmlformats.org/officeDocument/2006/relationships/notesSlide" Target="/ppt/notesSlides/notesSlide6.xml" Id="R0bb7d05a3036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90c4836e426f" /><Relationship Type="http://schemas.openxmlformats.org/officeDocument/2006/relationships/notesSlide" Target="/ppt/notesSlides/notesSlide7.xml" Id="R4ad225ad2edf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6a2894ec34ae4" /><Relationship Type="http://schemas.openxmlformats.org/officeDocument/2006/relationships/notesSlide" Target="/ppt/notesSlides/notesSlide8.xml" Id="Rbbe7e626220248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f9532f1c94e9e" /><Relationship Type="http://schemas.openxmlformats.org/officeDocument/2006/relationships/notesSlide" Target="/ppt/notesSlides/notesSlide9.xml" Id="Ra1af810de8284a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d8542ed64d6b" /><Relationship Type="http://schemas.openxmlformats.org/officeDocument/2006/relationships/notesSlide" Target="/ppt/notesSlides/notesSlide10.xml" Id="R6c8c5c23454a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e920b574742cf" /><Relationship Type="http://schemas.openxmlformats.org/officeDocument/2006/relationships/notesSlide" Target="/ppt/notesSlides/notesSlide11.xml" Id="Rd6a163072c2440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afdfd80e1455c" /><Relationship Type="http://schemas.openxmlformats.org/officeDocument/2006/relationships/notesSlide" Target="/ppt/notesSlides/notesSlide12.xml" Id="Rcaef42764be64e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d9937874347be" /><Relationship Type="http://schemas.openxmlformats.org/officeDocument/2006/relationships/notesSlide" Target="/ppt/notesSlides/notesSlide13.xml" Id="Rfd6b0c9a2cc04c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b241f136e44c2" /><Relationship Type="http://schemas.openxmlformats.org/officeDocument/2006/relationships/notesSlide" Target="/ppt/notesSlides/notesSlide14.xml" Id="R39a93200d9a144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7875d29a44a67" /><Relationship Type="http://schemas.openxmlformats.org/officeDocument/2006/relationships/notesSlide" Target="/ppt/notesSlides/notesSlide15.xml" Id="R627e04814b5144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DBA7B-DF70-47F9-B52E-040BFD16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A5303-4CE9-470E-B1DA-B0B50B9C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백엔드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A251D-125F-4157-8DAF-8B3B53B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Node.js JSON API 만들기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0CB1E-2C47-4D2D-8640-2C01C34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교육자료 목록을 JSON으로 돌려주는 작은 API를 만듭니다.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7A50-AC7A-4EC1-B920-7FFAF43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C88CA-B1EF-48B0-8D2E-0B159074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f0d3b8c304124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A2650-58AF-4E6A-AED6-F1DFB260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360370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F561A-E1DC-4A7A-A246-B89E64E6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FC63B-BFDB-43B0-A68B-A717C76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BEDC1-FFB0-4345-802E-A7ADC7A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34267-286E-4974-B324-3174E890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DF0D1-72AF-4526-A68C-A0D3B433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C1D10-443B-4C55-ACD2-B3713DC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API와 JSON을 이해합니다.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9CF49-7CB9-458F-AE20-49D2FA3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0A6C9-3F3A-42A9-BEAD-E4F123E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78EC4-4BDD-4DCC-947A-03D61311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목록 응답을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AE0D4-5DCD-43F8-95D9-A169FB1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70E4F-C916-4794-B9CE-0ACA2BF8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609730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E1782-123B-4455-AC9C-5908504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F3968-FA68-4A04-9CF4-17B0EC24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4DADE-0660-4B3A-998A-7B0BCF8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4F8E5-91D9-4433-A1A1-1CDF1C36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4F8AD-C6B7-454A-8D19-51F5AF2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API는 프로그램끼리 자료를 주고받는 창구이고 JSON은 제목과 값이 짝을 이루는 자료 형식입니다.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9529E-4493-46C1-9FAD-4AE077F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5472E-C581-4D0F-9279-6506855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API와 JSON을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1647067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D7502-2A60-401B-B75B-DD7D81AC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F94ED-F7B1-43CA-9917-3C98576E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C95A8-8B57-4897-A772-E23AD74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0D8A6-5E20-4463-B96C-12DB5293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AC45-5955-460A-8A79-0D34EF42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E57D6-3E7D-49FC-931F-0E37C4A1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서버 파일을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C7482-C314-4725-A10F-87F73346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C4E1C-5EB9-48EC-A0E9-C558F19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6C317-124C-4E5A-A7A0-B0A0BBC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주소를 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05FEE-16EE-4AD6-A8A2-A5FDD46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7F99-E62F-40A8-B6F0-CF73420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50FAC-3265-4255-9EE1-4682319B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배열을 응답합니다.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F68CF-2C26-4F95-80A1-C15AF8D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96197-35B4-403F-845F-809657BD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F6745-99A1-46FC-9809-3A5AE2DB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브라우저에서 봅니다.</a:t>
            </a:r>
          </a:p>
        </p:txBody>
      </p:sp>
    </p:spTree>
    <p:extLst>
      <p:ext uri="{BB962C8B-B14F-4D97-AF65-F5344CB8AC3E}">
        <p14:creationId xmlns:p14="http://schemas.microsoft.com/office/powerpoint/2010/main" val="9538472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DD749-27F2-4BB1-9C8E-9EF5736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3F36E-46C3-4524-A1F8-16D1CFF0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92D84-A2C9-41FF-AC98-0EFECD09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152D5-819E-4A04-8F51-31786A10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525C-E46D-4940-8FAC-C635D87F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A1BCB-560B-4C35-90D5-110B79E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app.get('/api/lessons', (req, res) =&gt;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res.json([{ id: 1, title: 'HTML 시작' }])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57B3E-E05B-40B5-B582-047FABF7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825110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01319-A143-4070-B7C9-C73AB907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589B5-9C53-4C1C-8D14-9C9F8EE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A1768-A1C7-4CF4-9A5B-D156F01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F028A-A931-4639-829D-5091F48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932CB-C870-4B2F-BBEC-AB23FF59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96E17-6ACD-4687-A9E3-B6B6323C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서버 파일을 만듭니다.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3DC7-7E39-47C8-84B4-F9F344C9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7B3AF-F97D-4366-9258-0492F24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F93A3-9E47-42BB-A89C-20784D76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주소를 정합니다.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925AF-552D-4703-A83E-CC9AA94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624D-BED9-4A5F-AED1-8E80E2E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27B39-A4DE-41E7-84EE-9A37047F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배열을 응답합니다.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52AAD-137A-4BE6-A6C3-CC590655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27E21-FC86-486F-9277-9CE7322C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22F1B-82B7-4BF6-8FE3-B98E55B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브라우저에서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8351E-233C-4421-B2B9-182BE39A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9EC41-CAD9-4E36-A8BF-96BEFCA8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544202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3FBFE-2BEA-4D17-BC50-DBB4D57F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536D6-402B-44BD-A1E6-E7E5DDE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6F648-8749-4DB7-8870-699568B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C62E8-43A9-453E-87B3-07BE2E76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C3B85-C17F-49D2-B36A-3CE24B76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“Express에서 교육자료 두 개를 JSON으로 반환하는 API를 만들어줘.”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E49C6-150E-4771-B1A3-BA3B860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B45DC-B8D2-4A40-8FE9-BB598DB6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724911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6BE6B-397D-4B34-9543-8F16008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8B1CD-F7C2-4AF0-BA30-CC8435F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59C3D-4CAD-452C-9CF6-8DD4C19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E95C9-AB36-46C1-8ED2-8BD61784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9BB41-0448-4021-A24D-2049E887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03907-13E2-4C7D-B2BB-37A3868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JSON이 보이나요?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36C11-7C44-4DDC-9380-7B426D9C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EA12-6C86-4507-8D13-53FA3A8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F31CE-2DAA-402F-AF2F-8F827CA6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자료를 하나 추가했나요?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383FE-6C60-4769-8540-E73EA8A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49446-F37D-434A-8855-9AF8E00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46BD-A92A-4A0D-9BD3-D72877B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Node.js 웹서비스 기초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89EC2-B97D-4B3A-91F4-27D78604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951019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D155E-F6EA-4D2C-B34C-8296D87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4440B-AD6D-4B29-A836-E2B272F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왜 배우는지 알면 실습 방향이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B154F-4C8C-4EA4-9F8C-DB1F5DB3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07380-A234-4AD8-B170-0E19371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55896-4714-465F-82F2-CC60E43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1005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2235"/>
                </a:solidFill>
              </a:defRPr>
            </a:pPr>
            <a:r>
              <a:rPr sz="1875">
                <a:solidFill>
                  <a:srgbClr val="182235"/>
                </a:solidFill>
              </a:rPr>
              <a:t>프런트엔드가 공지나 교육자료를 받으려면 서버가 약속된 주소와 형식으로 데이터를 보내야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FDF26-8873-4B86-97FD-03A8EE06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57E8"/>
                </a:solidFill>
              </a:defRPr>
            </a:pPr>
            <a:r>
              <a:rPr sz="1575" b="1">
                <a:solidFill>
                  <a:srgbClr val="6657E8"/>
                </a:solidFill>
              </a:rPr>
              <a:t>오늘 완성할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92799-183B-4DAB-84FE-F853BC9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5"/>
                </a:solidFill>
              </a:defRPr>
            </a:pPr>
            <a:r>
              <a:rPr sz="2025" b="1">
                <a:solidFill>
                  <a:srgbClr val="182235"/>
                </a:solidFill>
              </a:rPr>
              <a:t>/api/lessons 주소에서 교육자료 목록 두 개를 JSON으로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31497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47661-5CE7-44EC-B3BC-968925B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D6BD6-B861-488E-81A0-CE9AB21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준비가 끝나면 실습이 훨씬 편해집니다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E979B-AEE4-4A5E-9854-9A5CB19E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1EEED-2711-4020-A12C-6F2C9D46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ED8F0-05E8-4F30-8D5B-4BD0182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8FE7E-6993-46C9-ACDB-6A81423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668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Node.js 22 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91358-D41E-4D52-9DD5-D6EA7352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119BF-DA81-4318-A10B-A5380EC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1D62-E949-465E-9267-29922E7A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384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npm 프로젝트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4830E-7227-4A78-B869-8CA6CCF2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98088-34D0-4736-8BE2-552E7A6A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A4611-B9DC-4D60-8C71-205F0ED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09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Express 설치 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482BF-B42A-47BA-A0E6-F9EF0E9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37EF2-4574-4809-8F14-5BADD9E9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62216-CDAD-41E3-9806-D04A3D4F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Chrome 브라우저</a:t>
            </a:r>
          </a:p>
        </p:txBody>
      </p:sp>
    </p:spTree>
    <p:extLst>
      <p:ext uri="{BB962C8B-B14F-4D97-AF65-F5344CB8AC3E}">
        <p14:creationId xmlns:p14="http://schemas.microsoft.com/office/powerpoint/2010/main" val="924612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6D49-9EC9-432C-9261-8A377A6E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FE41E-BFA6-4509-8EE1-D97678A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코드의 역할을 하나씩 연결해 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E5345-2F51-431E-8914-B035803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40BBB-B703-487B-8FD7-A5215F3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app.get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2AC51-C694-4120-A0DA-EB02124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GET 요청을 받을 주소를 정합니다.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B3D4F-AF0C-4EA1-8618-164DC7B4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req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FE0EB-8B31-4937-B493-00C7267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브라우저가 보낸 요청 정보입니다.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59FCF-3CDA-4018-895C-E003FB5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7E8"/>
                </a:solidFill>
              </a:defRPr>
            </a:pPr>
            <a:r>
              <a:rPr sz="1725" b="1">
                <a:solidFill>
                  <a:srgbClr val="6657E8"/>
                </a:solidFill>
              </a:rPr>
              <a:t>res.json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0CF10-305D-4F5F-B5BA-A1FBF23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JavaScript 자료를 JSON 응답으로 보냅니다.</a:t>
            </a:r>
          </a:p>
        </p:txBody>
      </p:sp>
    </p:spTree>
    <p:extLst>
      <p:ext uri="{BB962C8B-B14F-4D97-AF65-F5344CB8AC3E}">
        <p14:creationId xmlns:p14="http://schemas.microsoft.com/office/powerpoint/2010/main" val="182210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291A-58E9-471A-AD42-2C821A1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1F3BE-F7A0-457F-8783-CFB2EAAF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오류는 첫 문장부터 차례로 해결합니다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EE5C0-DC03-4A10-8ADE-08EBCAF9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EFE0B-A2DC-4657-96C3-AED7ADE2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B2F77-CE00-4797-B424-9C6A12E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62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493B"/>
                </a:solidFill>
              </a:defRPr>
            </a:pPr>
            <a:r>
              <a:rPr sz="1650" b="1">
                <a:solidFill>
                  <a:srgbClr val="A8493B"/>
                </a:solidFill>
              </a:rPr>
              <a:t>Cannot find 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3379C-A79C-4100-9DA4-6CD73C8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npm install을 실행했는지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5E9EF-9276-4628-A433-26DBC60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F8456-C461-4070-A3D9-0AD773A6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55F"/>
                </a:solidFill>
              </a:defRPr>
            </a:pPr>
            <a:r>
              <a:rPr sz="1650" b="1">
                <a:solidFill>
                  <a:srgbClr val="26755F"/>
                </a:solidFill>
              </a:rPr>
              <a:t>주소를 찾을 수 없어요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7E982-1117-4017-BDC2-D892DE0C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서버 포트와 /api/lessons 철자를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1E75B-2B97-42EC-96C4-A7374ACB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44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CD2E0-380D-410A-A1C8-61E81C89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8493B"/>
                </a:solidFill>
              </a:defRPr>
            </a:pPr>
            <a:r>
              <a:rPr sz="1650" b="1">
                <a:solidFill>
                  <a:srgbClr val="A8493B"/>
                </a:solidFill>
              </a:rPr>
              <a:t>서버가 다시 안 켜져요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07AE5-FDFF-4180-867A-4F453B34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2235"/>
                </a:solidFill>
              </a:defRPr>
            </a:pPr>
            <a:r>
              <a:rPr sz="1575">
                <a:solidFill>
                  <a:srgbClr val="182235"/>
                </a:solidFill>
              </a:rPr>
              <a:t>기존 실행을 Ctrl+C로 종료한 뒤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598206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E16B6-7DFC-4E63-BF15-E1876A4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4969F-33E1-48C7-B2B0-BED336BA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상황에 맞는 Codex 요청문을 골라 쓰세요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F2CA0-6EDB-4538-A504-AE2A889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12E1E-5327-4762-A9D0-2236E621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11B27-64E4-4FA1-9207-52B5B1AA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17A6-43CE-495E-A0C9-05CEF3C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192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Express 서버의 요청과 응답 흐름을 식당 주문에 비유해줘.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B1E80-2B38-414E-A3A7-8219E5F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03F60-E6C3-4EBB-9FE1-D06C51D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70D94-F520-4791-A95A-F04B943D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907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교육자료 두 개를 JSON으로 반환하는 GET API를 만들어줘.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16359-E5D2-4B9C-A2D4-6EBAE2F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84B9-AA5B-4E2F-8812-5736DD7F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34A61-599D-49E4-AE9A-A765658E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623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현재 API에 쉬운 오류 안내와 실행 방법을 추가해줘.</a:t>
            </a:r>
          </a:p>
        </p:txBody>
      </p:sp>
    </p:spTree>
    <p:extLst>
      <p:ext uri="{BB962C8B-B14F-4D97-AF65-F5344CB8AC3E}">
        <p14:creationId xmlns:p14="http://schemas.microsoft.com/office/powerpoint/2010/main" val="920870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30418-CBA0-4A3D-A06F-9512AD78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E2283-A4CA-4763-BF9C-08DC377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작은 응용이 내 실력으로 바뀌는 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501B6-3D11-4335-9BAF-5182F540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4C1EF-4493-46C2-88AF-D59415C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59F17-FB52-4A08-A336-40E97B20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994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235"/>
                </a:solidFill>
              </a:defRPr>
            </a:pPr>
            <a:r>
              <a:rPr sz="2175" b="1">
                <a:solidFill>
                  <a:srgbClr val="182235"/>
                </a:solidFill>
              </a:rPr>
              <a:t>각 자료에 duration 값을 추가하고 새 자료 한 건을 더 넣어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B88D6-EAA2-4318-92C6-AEE0F76F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083"/>
                </a:solidFill>
              </a:defRPr>
            </a:pPr>
            <a:r>
              <a:rPr sz="1650">
                <a:solidFill>
                  <a:srgbClr val="657083"/>
                </a:solidFill>
              </a:rPr>
              <a:t>완성한 뒤 원래 결과와 무엇이 달라졌는지 한 문장으로 설명해 보세요.</a:t>
            </a:r>
          </a:p>
        </p:txBody>
      </p:sp>
    </p:spTree>
    <p:extLst>
      <p:ext uri="{BB962C8B-B14F-4D97-AF65-F5344CB8AC3E}">
        <p14:creationId xmlns:p14="http://schemas.microsoft.com/office/powerpoint/2010/main" val="931307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E66F8-3BB6-4C6D-B43D-0941484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71C4B-0BAA-4B2D-8EDA-D14FA2D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다섯 문제로 오늘 배운 내용을 확인하세요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731FE-6499-4E92-9CC7-A4DC3F70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E39A8-7672-4C6C-BFB5-F5B3EC48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1. API는 무엇인가요?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483A3-4144-4278-8573-6F87F8BB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2. JSON은 무엇인가요?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AE64D-57EA-4271-83F9-DB249545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3. GET은 언제 사용하나요?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50D60-38FA-48AB-9FF7-42306B8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5"/>
                </a:solidFill>
              </a:defRPr>
            </a:pPr>
            <a:r>
              <a:rPr sz="1650" b="0">
                <a:solidFill>
                  <a:srgbClr val="182235"/>
                </a:solidFill>
              </a:rPr>
              <a:t>4. res.json의 역할은?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083A2-F514-436F-8228-D52A9F0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5. 완료 기준은?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540C2-E6B3-4BEF-98B7-B31F835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정답과 해설은 EDU 홈페이지 상세 자료에서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09512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2026-08-26T01:36:33.0140000Z</dcterms:created>
  <dcterms:modified xsi:type="dcterms:W3CDTF">2026-08-26T01:36:33.0140000Z</dcterms:modified>
</coreProperties>
</file>