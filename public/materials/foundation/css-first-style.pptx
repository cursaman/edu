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85b5a5a2c840a8" /><Relationship Type="http://schemas.openxmlformats.org/officeDocument/2006/relationships/extended-properties" Target="/docProps/app.xml" Id="R49fcdb0bc35d4791" /><Relationship Type="http://schemas.openxmlformats.org/officeDocument/2006/relationships/officeDocument" Target="/ppt/presentation.xml" Id="R4ceb2d9e5a6d41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86c1ba618143d3"/>
  </p:sldMasterIdLst>
  <p:notesMasterIdLst>
    <p:notesMasterId xmlns:r="http://schemas.openxmlformats.org/officeDocument/2006/relationships" r:id="R49ea9f6c2fd249eb"/>
  </p:notesMasterIdLst>
  <p:sldIdLst>
    <p:sldId xmlns:r="http://schemas.openxmlformats.org/officeDocument/2006/relationships" id="256" r:id="R36acd76b6c774509"/>
    <p:sldId xmlns:r="http://schemas.openxmlformats.org/officeDocument/2006/relationships" id="257" r:id="R50f3494387e04573"/>
    <p:sldId xmlns:r="http://schemas.openxmlformats.org/officeDocument/2006/relationships" id="258" r:id="R70033a5ebef542d5"/>
    <p:sldId xmlns:r="http://schemas.openxmlformats.org/officeDocument/2006/relationships" id="259" r:id="R516b00770ba54a98"/>
    <p:sldId xmlns:r="http://schemas.openxmlformats.org/officeDocument/2006/relationships" id="260" r:id="Rdf73492d9ef3444e"/>
    <p:sldId xmlns:r="http://schemas.openxmlformats.org/officeDocument/2006/relationships" id="261" r:id="R4122ffbd7b5640bf"/>
    <p:sldId xmlns:r="http://schemas.openxmlformats.org/officeDocument/2006/relationships" id="262" r:id="R8a96f01b13a341ae"/>
    <p:sldId xmlns:r="http://schemas.openxmlformats.org/officeDocument/2006/relationships" id="263" r:id="R0e1b2ae4a47249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91c55574b9468d" /><Relationship Type="http://schemas.openxmlformats.org/officeDocument/2006/relationships/slideMaster" Target="/ppt/slideMasters/slideMaster1.xml" Id="Rcb86c1ba618143d3" /><Relationship Type="http://schemas.openxmlformats.org/officeDocument/2006/relationships/notesMaster" Target="/ppt/notesMasters/notesMaster1.xml" Id="R49ea9f6c2fd249eb" /><Relationship Type="http://schemas.openxmlformats.org/officeDocument/2006/relationships/presProps" Target="/ppt/presProps.xml" Id="R5daf2b947e954cb2" /><Relationship Type="http://schemas.openxmlformats.org/officeDocument/2006/relationships/tableStyles" Target="/ppt/tableStyles.xml" Id="Rfc9eb922b9de4b2a" /><Relationship Type="http://schemas.openxmlformats.org/officeDocument/2006/relationships/slide" Target="/ppt/slides/slide1.xml" Id="R36acd76b6c774509" /><Relationship Type="http://schemas.openxmlformats.org/officeDocument/2006/relationships/slide" Target="/ppt/slides/slide2.xml" Id="R50f3494387e04573" /><Relationship Type="http://schemas.openxmlformats.org/officeDocument/2006/relationships/slide" Target="/ppt/slides/slide3.xml" Id="R70033a5ebef542d5" /><Relationship Type="http://schemas.openxmlformats.org/officeDocument/2006/relationships/slide" Target="/ppt/slides/slide4.xml" Id="R516b00770ba54a98" /><Relationship Type="http://schemas.openxmlformats.org/officeDocument/2006/relationships/slide" Target="/ppt/slides/slide5.xml" Id="Rdf73492d9ef3444e" /><Relationship Type="http://schemas.openxmlformats.org/officeDocument/2006/relationships/slide" Target="/ppt/slides/slide6.xml" Id="R4122ffbd7b5640bf" /><Relationship Type="http://schemas.openxmlformats.org/officeDocument/2006/relationships/slide" Target="/ppt/slides/slide7.xml" Id="R8a96f01b13a341ae" /><Relationship Type="http://schemas.openxmlformats.org/officeDocument/2006/relationships/slide" Target="/ppt/slides/slide8.xml" Id="R0e1b2ae4a47249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fbce8d34954c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73d16232724add" /><Relationship Type="http://schemas.openxmlformats.org/officeDocument/2006/relationships/notesMaster" Target="/ppt/notesMasters/notesMaster1.xml" Id="R9815211a525b4f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7a83e5f56546ed" /><Relationship Type="http://schemas.openxmlformats.org/officeDocument/2006/relationships/notesMaster" Target="/ppt/notesMasters/notesMaster1.xml" Id="Re8a408fa453d40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d0cabef57e454a" /><Relationship Type="http://schemas.openxmlformats.org/officeDocument/2006/relationships/notesMaster" Target="/ppt/notesMasters/notesMaster1.xml" Id="R0ba2b16316744b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e2742543f04e4e" /><Relationship Type="http://schemas.openxmlformats.org/officeDocument/2006/relationships/notesMaster" Target="/ppt/notesMasters/notesMaster1.xml" Id="Rb18a76313c3045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1271d329fc4f45" /><Relationship Type="http://schemas.openxmlformats.org/officeDocument/2006/relationships/notesMaster" Target="/ppt/notesMasters/notesMaster1.xml" Id="Rab8f6b05e2524c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a5c52a3d6d40ea" /><Relationship Type="http://schemas.openxmlformats.org/officeDocument/2006/relationships/notesMaster" Target="/ppt/notesMasters/notesMaster1.xml" Id="R5541eb8aef764a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0235257d874517" /><Relationship Type="http://schemas.openxmlformats.org/officeDocument/2006/relationships/notesMaster" Target="/ppt/notesMasters/notesMaster1.xml" Id="Rbe716778f2764d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a4d5b58e4b4ef6" /><Relationship Type="http://schemas.openxmlformats.org/officeDocument/2006/relationships/notesMaster" Target="/ppt/notesMasters/notesMaster1.xml" Id="R3701567b9cfc42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fd014c44e45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f133e8ba5e4d02" /><Relationship Type="http://schemas.openxmlformats.org/officeDocument/2006/relationships/slideLayout" Target="/ppt/slideLayouts/slideLayout1.xml" Id="Rba75b9d72ff84e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75b9d72ff84e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885940bc443d8" /><Relationship Type="http://schemas.openxmlformats.org/officeDocument/2006/relationships/image" Target="/ppt/media/image.bin" Id="Radb50b2c139f4443" /><Relationship Type="http://schemas.openxmlformats.org/officeDocument/2006/relationships/notesSlide" Target="/ppt/notesSlides/notesSlide1.xml" Id="R324346b7658144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11e333300449e" /><Relationship Type="http://schemas.openxmlformats.org/officeDocument/2006/relationships/notesSlide" Target="/ppt/notesSlides/notesSlide2.xml" Id="R6ddb722d3f444e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c4d0663b44e65" /><Relationship Type="http://schemas.openxmlformats.org/officeDocument/2006/relationships/notesSlide" Target="/ppt/notesSlides/notesSlide3.xml" Id="Rc23b27720afa42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8cb70b0cf4a9d" /><Relationship Type="http://schemas.openxmlformats.org/officeDocument/2006/relationships/notesSlide" Target="/ppt/notesSlides/notesSlide4.xml" Id="R908272921b1741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a9ca5eafe41e7" /><Relationship Type="http://schemas.openxmlformats.org/officeDocument/2006/relationships/notesSlide" Target="/ppt/notesSlides/notesSlide5.xml" Id="Racc2e54de7ec42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9af9ed0b749c9" /><Relationship Type="http://schemas.openxmlformats.org/officeDocument/2006/relationships/notesSlide" Target="/ppt/notesSlides/notesSlide6.xml" Id="R0904c829df3040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16272c2314c1b" /><Relationship Type="http://schemas.openxmlformats.org/officeDocument/2006/relationships/notesSlide" Target="/ppt/notesSlides/notesSlide7.xml" Id="R7cba9fece12e4c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f63ab500145fc" /><Relationship Type="http://schemas.openxmlformats.org/officeDocument/2006/relationships/notesSlide" Target="/ppt/notesSlides/notesSlide8.xml" Id="R3da17687ca8d4d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B3C29-D1CC-4692-AFBA-9480BAA8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BDF27-D040-4CDC-A19F-D9922337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웹 기초 · 입문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31FAC-166B-491D-992D-38B9CA5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CSS로 읽기 편한 카드 꾸미기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1D77A-6837-4695-A534-4815376A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색상과 글자 크기, 여백을 조절해 편안한 교육 카드를 만듭니다.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AAD61-70EF-4DB8-A819-BB691D0B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9492A-32DE-4D45-B5C6-9BB6EA2F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25분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50b2c139f4443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5DE8F-B30A-47AE-B986-BC179BB2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17430546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16BDB-FA9D-49D6-810C-66AC3E90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303B5-E7DB-498E-B073-C78CD710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15C4D-1403-49AA-A60A-708C5A38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039EA-4B02-4814-BD88-FB78230B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7B86B-9603-4F68-AC55-14A5A2B9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0F6A1-4ACE-4E84-A445-0F5AFEA6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CSS의 역할을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A25E8-E2E9-4F9B-95B1-5C1BFBA0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7CA67-AED8-40C9-8924-0B81288F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7E26E-57F8-4322-B419-31F8036A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읽기 편한 카드 모양을 만듭니다.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ECF15-81CD-4E56-ADD0-2BF631D3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E89AC-9F94-47DA-979B-769813D0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17511207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08B34-F945-4E67-9B79-E2D1C9D0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9DE2A-A6DF-40D9-AB4A-4481DED3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0F4C8-BAFF-42F1-AD03-4C0A59CB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C3184-697C-4E85-B050-9B0ADE01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A75A8-518A-48F0-ADE1-C78CBF24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CSS는 웹페이지의 옷과 인테리어입니다. color는 글자색, padding은 상자 안쪽 여백입니다.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EF10E-E598-435F-B99E-24291518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2047E-0ABF-4DEB-9101-A1403507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CSS의 역할을 이해합니다.</a:t>
            </a:r>
          </a:p>
        </p:txBody>
      </p:sp>
    </p:spTree>
    <p:extLst>
      <p:ext uri="{BB962C8B-B14F-4D97-AF65-F5344CB8AC3E}">
        <p14:creationId xmlns:p14="http://schemas.microsoft.com/office/powerpoint/2010/main" val="3833254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45A8C-875B-4A3D-83FA-69353131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242B9-7093-423D-8EEB-4B2D9A77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FFACA-DEE2-4147-9F9B-E9F33906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5C60A-F217-48A8-B90A-0D6DBBF3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2288B-4017-4736-B1B9-EC45E198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BAA1D-7297-45D5-A233-D7584565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배경색을 넣습니다.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B3067-ECBF-49E9-B47C-56526C2D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5F489-B08D-41BD-8A95-B33DBD92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E6D8D-AC1E-4390-9B51-FF1E04F3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안쪽 여백을 지정합니다.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98758-04B2-4CF0-95CE-02AE712E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4AC8D-BFCF-428C-A2B7-136D61BF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327EC-DA54-449A-8B42-3DE229EA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제목 크기를 키웁니다.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7435B-3759-4E3D-9198-7A3A056F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93CE9-4B6D-4012-AED9-5B814E2E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20D2C-B00C-4807-A6BE-DF5D7A30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모바일에서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280166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F83C2-741C-4B9D-B8EB-84951FB2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A9856-B46A-4CBC-A551-483F1359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3F681-0F4B-4DD4-8F94-3B5B6489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934F9-024B-4C98-8C86-759CB947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83DC1-E9CA-47D0-9524-5807F51B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CSS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41846-0133-4DA9-846E-1067505E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.lesson-card {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  padding: 24px;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  border-radius: 16px;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  background: #f5f3ff;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  font-size: 16px;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EB09C-F0F4-4A4A-9A32-A75915A4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12113334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7B2C9-7CD2-4634-A181-F3249C83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65D89-C54F-4544-B5C6-FD98409E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401E9-ED95-425B-A90F-5DC13C37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DAFA5-63FE-4609-B40C-6F565BD7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81442-2EFB-4896-AAFD-D44DD6AF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1DD46-603D-4FBB-9F20-AF8F3549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배경색을 넣습니다.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B7855-5989-4670-AA2B-20E2C31F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5DB38-135B-48F0-8939-7FB5867C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A587F-767A-4B0F-A3AF-DEDD7BD2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안쪽 여백을 지정합니다.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6BA15-A29F-46CB-BB8D-C27FAC27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89165-7027-4342-8DB9-2E0586C4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E0FE6-01CB-4596-B11F-DEF358DE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제목 크기를 키웁니다.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5573B-3730-432D-B3F4-036C8C8A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1CC9B-BFFB-4BFF-9DE6-BDDA571A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179DB-94CC-4E4B-88CE-B4D5071A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모바일에서 확인합니다.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5784B-BDB5-4249-BCA3-965896BC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E2D9D-C77D-4504-AD33-70C8A954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64494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BB587-6486-4C1F-BCAB-66BE7058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31F5A-26BE-4460-AB0E-2043BBD1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4DA42-3297-402B-955D-12AD333F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F023D-8416-454C-BB5D-C19479CD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0B9A6-77E9-447A-B200-1312C891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“교육 카드에 충분한 여백과 큰 글자를 적용하고 보라색 계열로 꾸며줘.”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9109B-7D85-4547-BA72-EE54A65D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63024-A260-484E-8D5E-D75F8251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17795687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A0EA9-EC37-4711-862F-7138FE44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A2F5A-E6B8-464C-8FE3-62FD0BDD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A084E-EB3A-462C-8B89-A96132F0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54732-041C-4B3D-9BAC-4C52D078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64D03-FBAF-40A7-8044-562F2E3E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62C01-63C3-4E45-8F1D-9FF221D2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글자와 배경이 구분되나요?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F9A45-3AE8-460D-ACED-4E00448A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7E6BD-6F94-455C-9E9F-730A77AE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CC95D-7DF9-4942-BC6F-698BC5A5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내용이 가장자리에 붙지 않나요?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E6C35-D42B-4AC2-8D76-CF0E711A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0929C-96E4-4F80-91E7-A97ADF5C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2A74D-F6B1-4915-9504-0C215162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HTML·CSS·JavaScript로 첫 홈페이지 만들기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39027-D6B9-41D3-B91A-4B99F6D1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439470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2026-08-26T00:52:02.0140000Z</dcterms:created>
  <dcterms:modified xsi:type="dcterms:W3CDTF">2026-08-26T00:52:02.0140000Z</dcterms:modified>
</coreProperties>
</file>