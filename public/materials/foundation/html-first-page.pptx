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189ce8d1ef4294" /><Relationship Type="http://schemas.openxmlformats.org/officeDocument/2006/relationships/extended-properties" Target="/docProps/app.xml" Id="R6e2d339bf8304620" /><Relationship Type="http://schemas.openxmlformats.org/officeDocument/2006/relationships/officeDocument" Target="/ppt/presentation.xml" Id="R63b5b110d9b54b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84567d0086481c"/>
  </p:sldMasterIdLst>
  <p:notesMasterIdLst>
    <p:notesMasterId xmlns:r="http://schemas.openxmlformats.org/officeDocument/2006/relationships" r:id="Rdd457c736f9a41cb"/>
  </p:notesMasterIdLst>
  <p:sldIdLst>
    <p:sldId xmlns:r="http://schemas.openxmlformats.org/officeDocument/2006/relationships" id="256" r:id="Rc0ad0064c3d645a0"/>
    <p:sldId xmlns:r="http://schemas.openxmlformats.org/officeDocument/2006/relationships" id="257" r:id="R612d1d8f9d134000"/>
    <p:sldId xmlns:r="http://schemas.openxmlformats.org/officeDocument/2006/relationships" id="258" r:id="R92e832545f52498e"/>
    <p:sldId xmlns:r="http://schemas.openxmlformats.org/officeDocument/2006/relationships" id="259" r:id="Rb73299e8ad3d44a6"/>
    <p:sldId xmlns:r="http://schemas.openxmlformats.org/officeDocument/2006/relationships" id="260" r:id="R12bc08efdf9d4c03"/>
    <p:sldId xmlns:r="http://schemas.openxmlformats.org/officeDocument/2006/relationships" id="261" r:id="R8a7d9ea9d2f24d7c"/>
    <p:sldId xmlns:r="http://schemas.openxmlformats.org/officeDocument/2006/relationships" id="262" r:id="R723234f400904a68"/>
    <p:sldId xmlns:r="http://schemas.openxmlformats.org/officeDocument/2006/relationships" id="263" r:id="R6cec69044fa74e8a"/>
    <p:sldId xmlns:r="http://schemas.openxmlformats.org/officeDocument/2006/relationships" id="264" r:id="R975dcfc3afbe490a"/>
    <p:sldId xmlns:r="http://schemas.openxmlformats.org/officeDocument/2006/relationships" id="265" r:id="R42f78c6dd3984c5b"/>
    <p:sldId xmlns:r="http://schemas.openxmlformats.org/officeDocument/2006/relationships" id="266" r:id="R9b487af593ac41a8"/>
    <p:sldId xmlns:r="http://schemas.openxmlformats.org/officeDocument/2006/relationships" id="267" r:id="Rccbb887584814f3e"/>
    <p:sldId xmlns:r="http://schemas.openxmlformats.org/officeDocument/2006/relationships" id="268" r:id="Rb7deff2817364d74"/>
    <p:sldId xmlns:r="http://schemas.openxmlformats.org/officeDocument/2006/relationships" id="269" r:id="R9b5c1026dbe14a2d"/>
    <p:sldId xmlns:r="http://schemas.openxmlformats.org/officeDocument/2006/relationships" id="270" r:id="R2e62fed4568646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f04828cae14e39" /><Relationship Type="http://schemas.openxmlformats.org/officeDocument/2006/relationships/slideMaster" Target="/ppt/slideMasters/slideMaster1.xml" Id="R5684567d0086481c" /><Relationship Type="http://schemas.openxmlformats.org/officeDocument/2006/relationships/notesMaster" Target="/ppt/notesMasters/notesMaster1.xml" Id="Rdd457c736f9a41cb" /><Relationship Type="http://schemas.openxmlformats.org/officeDocument/2006/relationships/presProps" Target="/ppt/presProps.xml" Id="R3148a8ea88f74c27" /><Relationship Type="http://schemas.openxmlformats.org/officeDocument/2006/relationships/tableStyles" Target="/ppt/tableStyles.xml" Id="R6e0abdac21c9443f" /><Relationship Type="http://schemas.openxmlformats.org/officeDocument/2006/relationships/slide" Target="/ppt/slides/slide1.xml" Id="Rc0ad0064c3d645a0" /><Relationship Type="http://schemas.openxmlformats.org/officeDocument/2006/relationships/slide" Target="/ppt/slides/slide2.xml" Id="R612d1d8f9d134000" /><Relationship Type="http://schemas.openxmlformats.org/officeDocument/2006/relationships/slide" Target="/ppt/slides/slide3.xml" Id="R92e832545f52498e" /><Relationship Type="http://schemas.openxmlformats.org/officeDocument/2006/relationships/slide" Target="/ppt/slides/slide4.xml" Id="Rb73299e8ad3d44a6" /><Relationship Type="http://schemas.openxmlformats.org/officeDocument/2006/relationships/slide" Target="/ppt/slides/slide5.xml" Id="R12bc08efdf9d4c03" /><Relationship Type="http://schemas.openxmlformats.org/officeDocument/2006/relationships/slide" Target="/ppt/slides/slide6.xml" Id="R8a7d9ea9d2f24d7c" /><Relationship Type="http://schemas.openxmlformats.org/officeDocument/2006/relationships/slide" Target="/ppt/slides/slide7.xml" Id="R723234f400904a68" /><Relationship Type="http://schemas.openxmlformats.org/officeDocument/2006/relationships/slide" Target="/ppt/slides/slide8.xml" Id="R6cec69044fa74e8a" /><Relationship Type="http://schemas.openxmlformats.org/officeDocument/2006/relationships/slide" Target="/ppt/slides/slide9.xml" Id="R975dcfc3afbe490a" /><Relationship Type="http://schemas.openxmlformats.org/officeDocument/2006/relationships/slide" Target="/ppt/slides/slide10.xml" Id="R42f78c6dd3984c5b" /><Relationship Type="http://schemas.openxmlformats.org/officeDocument/2006/relationships/slide" Target="/ppt/slides/slide11.xml" Id="R9b487af593ac41a8" /><Relationship Type="http://schemas.openxmlformats.org/officeDocument/2006/relationships/slide" Target="/ppt/slides/slide12.xml" Id="Rccbb887584814f3e" /><Relationship Type="http://schemas.openxmlformats.org/officeDocument/2006/relationships/slide" Target="/ppt/slides/slide13.xml" Id="Rb7deff2817364d74" /><Relationship Type="http://schemas.openxmlformats.org/officeDocument/2006/relationships/slide" Target="/ppt/slides/slide14.xml" Id="R9b5c1026dbe14a2d" /><Relationship Type="http://schemas.openxmlformats.org/officeDocument/2006/relationships/slide" Target="/ppt/slides/slide15.xml" Id="R2e62fed4568646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d4c337050b4a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737675a0ab4fda" /><Relationship Type="http://schemas.openxmlformats.org/officeDocument/2006/relationships/notesMaster" Target="/ppt/notesMasters/notesMaster1.xml" Id="R6439dc1b912c4a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8d98dc7fd24a8c" /><Relationship Type="http://schemas.openxmlformats.org/officeDocument/2006/relationships/notesMaster" Target="/ppt/notesMasters/notesMaster1.xml" Id="R4581b2af373c4a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3f12e0acbf4fda" /><Relationship Type="http://schemas.openxmlformats.org/officeDocument/2006/relationships/notesMaster" Target="/ppt/notesMasters/notesMaster1.xml" Id="R119266958a7549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2e1751c2194be1" /><Relationship Type="http://schemas.openxmlformats.org/officeDocument/2006/relationships/notesMaster" Target="/ppt/notesMasters/notesMaster1.xml" Id="R9242395f635f49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0738bd32754242" /><Relationship Type="http://schemas.openxmlformats.org/officeDocument/2006/relationships/notesMaster" Target="/ppt/notesMasters/notesMaster1.xml" Id="R1277ba4b6b5243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3c1ae6772e49cf" /><Relationship Type="http://schemas.openxmlformats.org/officeDocument/2006/relationships/notesMaster" Target="/ppt/notesMasters/notesMaster1.xml" Id="R5b6b5cbfbaab48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cdd7b889bd4eb3" /><Relationship Type="http://schemas.openxmlformats.org/officeDocument/2006/relationships/notesMaster" Target="/ppt/notesMasters/notesMaster1.xml" Id="Ra7e446cc00364a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37081277b140d9" /><Relationship Type="http://schemas.openxmlformats.org/officeDocument/2006/relationships/notesMaster" Target="/ppt/notesMasters/notesMaster1.xml" Id="R49dc7d83af7a41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e9815c790e4f6c" /><Relationship Type="http://schemas.openxmlformats.org/officeDocument/2006/relationships/notesMaster" Target="/ppt/notesMasters/notesMaster1.xml" Id="Rfd5af6ecc0124b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9d21e11b4d40ee" /><Relationship Type="http://schemas.openxmlformats.org/officeDocument/2006/relationships/notesMaster" Target="/ppt/notesMasters/notesMaster1.xml" Id="Rb56ce29f7bfd42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f99f74fdf24c55" /><Relationship Type="http://schemas.openxmlformats.org/officeDocument/2006/relationships/notesMaster" Target="/ppt/notesMasters/notesMaster1.xml" Id="R9520b6d963ff410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470c1bcfb14ab8" /><Relationship Type="http://schemas.openxmlformats.org/officeDocument/2006/relationships/notesMaster" Target="/ppt/notesMasters/notesMaster1.xml" Id="Rdd61c6f6112142e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1a274dd8484c5a" /><Relationship Type="http://schemas.openxmlformats.org/officeDocument/2006/relationships/notesMaster" Target="/ppt/notesMasters/notesMaster1.xml" Id="R89d4ca2ab9d248f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9b12f22793348c5" /><Relationship Type="http://schemas.openxmlformats.org/officeDocument/2006/relationships/notesMaster" Target="/ppt/notesMasters/notesMaster1.xml" Id="R1361faa25aa44f8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0008797a8664643" /><Relationship Type="http://schemas.openxmlformats.org/officeDocument/2006/relationships/notesMaster" Target="/ppt/notesMasters/notesMaster1.xml" Id="R61ef0262e8c54f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62254c77564e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b550feadde421e" /><Relationship Type="http://schemas.openxmlformats.org/officeDocument/2006/relationships/slideLayout" Target="/ppt/slideLayouts/slideLayout1.xml" Id="R37f8d071447340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f8d071447340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15ce84f8e4737" /><Relationship Type="http://schemas.openxmlformats.org/officeDocument/2006/relationships/image" Target="/ppt/media/image.bin" Id="Raaa7723e6a884728" /><Relationship Type="http://schemas.openxmlformats.org/officeDocument/2006/relationships/notesSlide" Target="/ppt/notesSlides/notesSlide1.xml" Id="R9a58f82c9a8849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deacda3f742ed" /><Relationship Type="http://schemas.openxmlformats.org/officeDocument/2006/relationships/notesSlide" Target="/ppt/notesSlides/notesSlide2.xml" Id="R39d5367d1a5f46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1258de14c41ad" /><Relationship Type="http://schemas.openxmlformats.org/officeDocument/2006/relationships/notesSlide" Target="/ppt/notesSlides/notesSlide3.xml" Id="Ra7258c6dc2bb41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83a3aa86c4a06" /><Relationship Type="http://schemas.openxmlformats.org/officeDocument/2006/relationships/notesSlide" Target="/ppt/notesSlides/notesSlide4.xml" Id="R3452fcb6e63345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4e2ee6c344a6d" /><Relationship Type="http://schemas.openxmlformats.org/officeDocument/2006/relationships/notesSlide" Target="/ppt/notesSlides/notesSlide5.xml" Id="Rea848858a6e84d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fb7d63d674183" /><Relationship Type="http://schemas.openxmlformats.org/officeDocument/2006/relationships/notesSlide" Target="/ppt/notesSlides/notesSlide6.xml" Id="R90f9bc48d76143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15f528e604888" /><Relationship Type="http://schemas.openxmlformats.org/officeDocument/2006/relationships/notesSlide" Target="/ppt/notesSlides/notesSlide7.xml" Id="Rc1a80ff3644d43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58ea936cb4040" /><Relationship Type="http://schemas.openxmlformats.org/officeDocument/2006/relationships/notesSlide" Target="/ppt/notesSlides/notesSlide8.xml" Id="R0d02f11d22e846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74e5eee664778" /><Relationship Type="http://schemas.openxmlformats.org/officeDocument/2006/relationships/notesSlide" Target="/ppt/notesSlides/notesSlide9.xml" Id="R32765e8a6dc144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ddc7836ab47e9" /><Relationship Type="http://schemas.openxmlformats.org/officeDocument/2006/relationships/notesSlide" Target="/ppt/notesSlides/notesSlide10.xml" Id="R8629a1b0c35d47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6f3eb27e44866" /><Relationship Type="http://schemas.openxmlformats.org/officeDocument/2006/relationships/notesSlide" Target="/ppt/notesSlides/notesSlide11.xml" Id="R60b64207962d4c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b4e50a1744fdb" /><Relationship Type="http://schemas.openxmlformats.org/officeDocument/2006/relationships/notesSlide" Target="/ppt/notesSlides/notesSlide12.xml" Id="Rb1688ca8df4846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54d3100544b6b" /><Relationship Type="http://schemas.openxmlformats.org/officeDocument/2006/relationships/notesSlide" Target="/ppt/notesSlides/notesSlide13.xml" Id="Rf794d1cf3cd9441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ec68d2d9047be" /><Relationship Type="http://schemas.openxmlformats.org/officeDocument/2006/relationships/notesSlide" Target="/ppt/notesSlides/notesSlide14.xml" Id="R04b93cdec3b143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9aeaf9f8f46a1" /><Relationship Type="http://schemas.openxmlformats.org/officeDocument/2006/relationships/notesSlide" Target="/ppt/notesSlides/notesSlide15.xml" Id="R9caf176e55bd4b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F06AF-926C-4173-BE7F-709381A1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20EB8-F536-4632-8133-BACE94B0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웹 기초 · 입문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D5684F-CF30-4E55-B5D6-8FF8F5E0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542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82235"/>
                </a:solidFill>
              </a:defRPr>
            </a:pPr>
            <a:r>
              <a:rPr sz="3900" b="1">
                <a:solidFill>
                  <a:srgbClr val="182235"/>
                </a:solidFill>
              </a:rPr>
              <a:t>HTML로 첫 화면 만들기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25B0A-9A5A-46C2-9EB5-DBA65B62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57083"/>
                </a:solidFill>
              </a:defRPr>
            </a:pPr>
            <a:r>
              <a:rPr sz="1800">
                <a:solidFill>
                  <a:srgbClr val="657083"/>
                </a:solidFill>
              </a:rPr>
              <a:t>제목·문단·버튼을 배치하며 웹페이지의 뼈대를 만듭니다.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223EF-CA3B-478B-9156-8717A284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669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1D4A3-E027-476A-83D7-9423CFF5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약 20분 학습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7723e6a884728"/>
          <a:srcRect xmlns:a="http://schemas.openxmlformats.org/drawingml/2006/main" l="17949" t="0" r="1794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857250"/>
            <a:ext cx="4762500" cy="495300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0A63B-0248-4769-9D5D-ABDC50B0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98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57083"/>
                </a:solidFill>
              </a:defRPr>
            </a:pPr>
            <a:r>
              <a:rPr sz="1125">
                <a:solidFill>
                  <a:srgbClr val="657083"/>
                </a:solidFill>
              </a:rPr>
              <a:t>EDU 웹개발 교육 플랫폼</a:t>
            </a:r>
          </a:p>
        </p:txBody>
      </p:sp>
    </p:spTree>
    <p:extLst>
      <p:ext uri="{BB962C8B-B14F-4D97-AF65-F5344CB8AC3E}">
        <p14:creationId xmlns:p14="http://schemas.microsoft.com/office/powerpoint/2010/main" val="5934489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3EB74C-6D4E-4D9C-86B6-D002AA3E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B75F77-90FD-45D8-A486-2E0E91D1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오늘은 이것을 할 수 있게 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B34EE-B9A6-454F-B57C-E7CEBE89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D1510-9312-441C-A8CE-75C9DA8D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82A71-B3CB-408C-8EC5-9424F769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9DC6C-AD71-4FA4-A0A4-36001785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097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HTML의 역할을 이해합니다.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1051F8-A61F-42C2-AB2E-ACF45578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36035-FBBD-431D-9806-79121BF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F83DC-DC37-49BD-8CC9-9AB3D913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812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제목과 설명, 버튼을 직접 작성합니다.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01F19E-2BD6-4B06-937E-9F21025F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143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0BEF68-8817-4C07-BAC6-4926F9E7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958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외우기보다 직접 실행하고</a:t>
            </a:r>
          </a:p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바뀐 결과를 확인하세요.</a:t>
            </a:r>
          </a:p>
        </p:txBody>
      </p:sp>
    </p:spTree>
    <p:extLst>
      <p:ext uri="{BB962C8B-B14F-4D97-AF65-F5344CB8AC3E}">
        <p14:creationId xmlns:p14="http://schemas.microsoft.com/office/powerpoint/2010/main" val="8199031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714D9-9501-4E6E-81EB-DE9AACC2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EE42E-21AD-4625-B998-540D7B91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생활 속 비유로 먼저 이해해요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CABDED-9097-4A9E-AA43-119C92F4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81768-92BF-4ABD-B17A-78D949C9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E85B8-7661-4B85-8221-31716C67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906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235"/>
                </a:solidFill>
              </a:defRPr>
            </a:pPr>
            <a:r>
              <a:rPr sz="2100">
                <a:solidFill>
                  <a:srgbClr val="182235"/>
                </a:solidFill>
              </a:rPr>
              <a:t>HTML은 웹페이지의 설계도입니다. 태그(내용의 역할을 표시하는 이름)로 제목과 설명, 버튼을 구분합니다.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7BAFA-431D-456F-BC47-3FA256A6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한 문장으로 말해보기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5F995-5398-44FD-AE18-6A97808B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6255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HTML의 역할을 이해합니다.</a:t>
            </a:r>
          </a:p>
        </p:txBody>
      </p:sp>
    </p:spTree>
    <p:extLst>
      <p:ext uri="{BB962C8B-B14F-4D97-AF65-F5344CB8AC3E}">
        <p14:creationId xmlns:p14="http://schemas.microsoft.com/office/powerpoint/2010/main" val="17117119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FF184C-AEDD-4C8A-BB0E-5714C10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83FC1-AEA0-47EA-9B88-CB2C9722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작동 순서는 네 단계면 충분합니다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27B35-6D87-475A-B600-B4D3B350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9FB174-65B6-4A94-A256-D4A4AFE9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9CD29-9144-4796-8266-CA837D9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25120-23D0-4757-9250-125BEECA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04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index.html을 엽니다.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EA326-749F-4722-863E-FD7CF31B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8019A-03D0-4509-A071-61070F7E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1A5B6-35A8-4C13-A223-DC7BA476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제목과 설명을 작성합니다.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0F587-D9EF-48D8-A166-9BE43C30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D27F1-606A-472F-A44D-D104AE74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E17CB-6B35-4783-97E1-3D97C14E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480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버튼을 추가합니다.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095063-1183-4A9F-B821-ED29A013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B8A30-4362-4B84-98A5-C0B33973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363EF2-E3C6-418D-B70C-7EEF032F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196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저장하고 새로고침합니다.</a:t>
            </a:r>
          </a:p>
        </p:txBody>
      </p:sp>
    </p:spTree>
    <p:extLst>
      <p:ext uri="{BB962C8B-B14F-4D97-AF65-F5344CB8AC3E}">
        <p14:creationId xmlns:p14="http://schemas.microsoft.com/office/powerpoint/2010/main" val="1225651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5DFDF-7739-4766-9E11-3EC320FC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1C3F13-CA66-48C6-B118-262278B3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예제 코드를 한 줄씩 살펴보세요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42274-F9B7-4CFF-998A-FCDC2ABF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44F2CB-067D-4463-9F23-77D84374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108204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E4E7F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04992-57AE-47CC-84E8-40438692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43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657E8"/>
                </a:solidFill>
              </a:defRPr>
            </a:pPr>
            <a:r>
              <a:rPr sz="1275" b="1">
                <a:solidFill>
                  <a:srgbClr val="6657E8"/>
                </a:solidFill>
              </a:rPr>
              <a:t>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AB6666-CE3B-48F3-9674-3ADB6CAD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101346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&lt;h1&gt;우리 동네 배움터&lt;/h1&gt;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&lt;p&gt;오늘부터 천천히 시작합니다.&lt;/p&gt;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&lt;button&gt;교육 보기&lt;/button&gt;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3AE5A-43A6-4964-9FA7-0B6A7718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57083"/>
                </a:solidFill>
              </a:defRPr>
            </a:pPr>
            <a:r>
              <a:rPr sz="1425">
                <a:solidFill>
                  <a:srgbClr val="657083"/>
                </a:solidFill>
              </a:rPr>
              <a:t>처음에는 그대로 실행하고, 문장이나 숫자 하나만 바꿔 보세요.</a:t>
            </a:r>
          </a:p>
        </p:txBody>
      </p:sp>
    </p:spTree>
    <p:extLst>
      <p:ext uri="{BB962C8B-B14F-4D97-AF65-F5344CB8AC3E}">
        <p14:creationId xmlns:p14="http://schemas.microsoft.com/office/powerpoint/2010/main" val="3146184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16E238-0502-4F58-824D-A1607DA3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B188B-7317-4691-AA64-DBEACE21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10분 실습은 작은 성공을 만드는 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E4771-C633-4D34-B6EF-93571AB2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0D27C-3FF1-43BD-9DBA-38233E7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AA4CC-ACB8-42E9-AEBA-9E2F0B0A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068B54-DED6-41B5-AAC4-73AB8EA7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478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index.html을 엽니다.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28ACD-32D9-4D3E-BDE8-DE654542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86583F-DF21-4006-99BD-36763362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4FA5D-7706-4BF0-B355-6BF2687E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193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제목과 설명을 작성합니다.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61EEF-F3E4-4BAA-A24D-B7DF22B8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DA17D-92F9-4033-A8DC-D76F55DC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4CBBF3-8BB6-40B0-AE73-9DDEB99F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90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버튼을 추가합니다.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F9F56-60EE-436B-9F9A-DE190F6A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4C3C5-391B-4270-9E3F-C1951F4C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94BB70-BB66-4EC2-8D0F-BF95B0AA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저장하고 새로고침합니다.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CF7497-6003-4D00-9C0E-F1A5AEC7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95900"/>
            <a:ext cx="33337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57C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C32E8E-14F8-47C9-83F3-CEA27B26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578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완료: 화면에서 결과 확인</a:t>
            </a:r>
          </a:p>
        </p:txBody>
      </p:sp>
    </p:spTree>
    <p:extLst>
      <p:ext uri="{BB962C8B-B14F-4D97-AF65-F5344CB8AC3E}">
        <p14:creationId xmlns:p14="http://schemas.microsoft.com/office/powerpoint/2010/main" val="13370739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1FC07-DE9A-40B6-A612-1BC2896B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DCD091-109F-4216-B7FB-918D3404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Codex에는 이렇게 요청하세요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2EF29-97F8-4C8D-BBAB-E748771B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0D186-5EDD-430F-856A-C400F28C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077BB-439A-4F07-A8DD-8CA59416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9944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403A84"/>
                </a:solidFill>
              </a:defRPr>
            </a:pPr>
            <a:r>
              <a:rPr sz="2025" b="1">
                <a:solidFill>
                  <a:srgbClr val="403A84"/>
                </a:solidFill>
              </a:rPr>
              <a:t>“초보자용 홈페이지에 제목, 설명, 교육 보기 버튼이 있는 HTML을 만들어줘.”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2CA00-4FE0-4852-B14F-AC86823E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좋은 요청의 세 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6EDE41-F2B6-4888-8467-D9C541D2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① 바꿀 대상  ② 유지할 기능  ③ 확인 방법</a:t>
            </a:r>
          </a:p>
        </p:txBody>
      </p:sp>
    </p:spTree>
    <p:extLst>
      <p:ext uri="{BB962C8B-B14F-4D97-AF65-F5344CB8AC3E}">
        <p14:creationId xmlns:p14="http://schemas.microsoft.com/office/powerpoint/2010/main" val="1400584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2335F6-0CE3-442E-A04D-73C355F3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12253-D809-446B-8149-454041D4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직접 확인하면 오늘 학습이 완성됩니다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EB2DC-2655-4428-9AE4-7ABA5E78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DE3A2-B6DE-43F0-8D3B-09E3DEB1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350CC-909D-4DD0-94C4-98FD9D13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D0A4B-A74C-4343-9BB0-FE7C48CA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144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제목과 설명이 구분되나요?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5237E-D766-4E29-9906-B2F5ABE6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FCBB0-22A3-48BF-908B-130618BB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AE896D-9305-4A7E-A796-490D4229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860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버튼 문구를 바꿔 봤나요?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BB0E97-9D33-4081-9E90-E5F94128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DA819-C305-4C8B-BD78-D2DE6677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6755F"/>
                </a:solidFill>
              </a:defRPr>
            </a:pPr>
            <a:r>
              <a:rPr sz="1425" b="1">
                <a:solidFill>
                  <a:srgbClr val="26755F"/>
                </a:solidFill>
              </a:rPr>
              <a:t>관련 교육 프로그램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F3643-2390-4D87-B88B-7F8D3046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0062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235"/>
                </a:solidFill>
              </a:defRPr>
            </a:pPr>
            <a:r>
              <a:rPr sz="1875" b="1">
                <a:solidFill>
                  <a:srgbClr val="182235"/>
                </a:solidFill>
              </a:rPr>
              <a:t>HTML·CSS·JavaScript로 첫 홈페이지 만들기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46494-BED9-4F30-8411-C93C44B5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5054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083"/>
                </a:solidFill>
              </a:defRPr>
            </a:pPr>
            <a:r>
              <a:rPr sz="1275">
                <a:solidFill>
                  <a:srgbClr val="657083"/>
                </a:solidFill>
              </a:rPr>
              <a:t>홈페이지에서 학습 완료를 표시하고 다음 자료로 이어가세요.</a:t>
            </a:r>
          </a:p>
        </p:txBody>
      </p:sp>
    </p:spTree>
    <p:extLst>
      <p:ext uri="{BB962C8B-B14F-4D97-AF65-F5344CB8AC3E}">
        <p14:creationId xmlns:p14="http://schemas.microsoft.com/office/powerpoint/2010/main" val="10389788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8FB62-970E-4A5F-9349-71D0C28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5FFA4-E77B-47E3-A571-CA4CA15D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왜 배우는지 알면 실습 방향이 보입니다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0C65A-97BF-46F1-A8A1-391B4789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79C369-7B78-41FA-A4E3-C5ED817C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23FA3B-70B6-42E0-981B-0E21E08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62125"/>
            <a:ext cx="10058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82235"/>
                </a:solidFill>
              </a:defRPr>
            </a:pPr>
            <a:r>
              <a:rPr sz="1875">
                <a:solidFill>
                  <a:srgbClr val="182235"/>
                </a:solidFill>
              </a:rPr>
              <a:t>웹서비스의 모든 화면은 HTML에서 시작합니다. 제목, 설명, 버튼의 역할을 정확히 나누면 CSS와 JavaScript를 붙일 때도 길을 잃지 않습니다.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A61E7-88B1-49FE-B3A0-1BC0E4E6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657E8"/>
                </a:solidFill>
              </a:defRPr>
            </a:pPr>
            <a:r>
              <a:rPr sz="1575" b="1">
                <a:solidFill>
                  <a:srgbClr val="6657E8"/>
                </a:solidFill>
              </a:rPr>
              <a:t>오늘 완성할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47D8C-4F86-41B9-9FF0-D2B70604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1009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235"/>
                </a:solidFill>
              </a:defRPr>
            </a:pPr>
            <a:r>
              <a:rPr sz="2025" b="1">
                <a:solidFill>
                  <a:srgbClr val="182235"/>
                </a:solidFill>
              </a:rPr>
              <a:t>브라우저에 소개 문장과 교육 보기 버튼이 표시되는 한 페이지를 완성합니다.</a:t>
            </a:r>
          </a:p>
        </p:txBody>
      </p:sp>
    </p:spTree>
    <p:extLst>
      <p:ext uri="{BB962C8B-B14F-4D97-AF65-F5344CB8AC3E}">
        <p14:creationId xmlns:p14="http://schemas.microsoft.com/office/powerpoint/2010/main" val="7060133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42141-3DA2-4CEA-8291-105D75BA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3219E-E291-4182-9E7F-8447D4DC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준비가 끝나면 실습이 훨씬 편해집니다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C1E9E-262D-4B34-839F-ED05E370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E6703-8B10-4359-89A1-172BC8B6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707DB-1423-45F8-A85A-E5898186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09B19-3CC3-403A-B09D-B4871CEA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668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VS Code 또는 Codex 편집 화면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1881B-374F-47D1-B2E4-0A8236E3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CC175-6F28-46CC-BDAF-6FD8AE0F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70E34-381E-4384-8FD4-11874E15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384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Chrome 브라우저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9BC59-A417-4E01-B4A7-156A7A8C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74609-47E9-4204-8A37-AA58C770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1BF99-0E41-48A9-9F64-909FF86A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09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index.html 파일</a:t>
            </a:r>
          </a:p>
        </p:txBody>
      </p:sp>
    </p:spTree>
    <p:extLst>
      <p:ext uri="{BB962C8B-B14F-4D97-AF65-F5344CB8AC3E}">
        <p14:creationId xmlns:p14="http://schemas.microsoft.com/office/powerpoint/2010/main" val="16906196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5453CA-7621-4C60-B165-9DCF20FF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363EB-E95A-4DF8-A146-A3E725D9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코드의 역할을 하나씩 연결해 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96DD0-4EC0-4E90-83E7-29361651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A9420B-6237-4889-9F82-145B5346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&lt;h1&gt;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D37DB-7F00-4AE1-9D46-AA593EDF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페이지에서 가장 중요한 제목입니다. 보통 한 화면에 한 번 사용합니다.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29054-9CD5-4578-8367-FE566C6A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41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&lt;p&gt;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57E4D-F89E-4880-AACF-7AFB58FC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2412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방문자에게 내용을 설명하는 문단입니다.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20740-DA29-4241-BB65-D1E5B514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19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&lt;button&gt;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059F7-2279-4142-9766-FBA99CD6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사용자가 누를 수 있는 행동 요소입니다.</a:t>
            </a:r>
          </a:p>
        </p:txBody>
      </p:sp>
    </p:spTree>
    <p:extLst>
      <p:ext uri="{BB962C8B-B14F-4D97-AF65-F5344CB8AC3E}">
        <p14:creationId xmlns:p14="http://schemas.microsoft.com/office/powerpoint/2010/main" val="11139622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9B0EC0-4E36-4AF7-9023-0F46E8FD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B308F-BE12-4751-8A5C-42FED757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오류는 첫 문장부터 차례로 해결합니다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602DF-32D1-4304-AC6E-1F7E06FA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A812D-BBD7-4071-95D9-925A4C7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4745C3-D81A-45FB-9771-B469D9CD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62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글자가 깨져요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25C71-241E-4BC5-8FEA-D7B046DB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954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&lt;meta charset="UTF-8"&gt;가 head 안에 있는지 확인합니다.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0AC06-5C51-4C62-AB45-4B24352A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EB76E-7A7F-4D19-88E3-DF32F474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6755F"/>
                </a:solidFill>
              </a:defRPr>
            </a:pPr>
            <a:r>
              <a:rPr sz="1650" b="1">
                <a:solidFill>
                  <a:srgbClr val="26755F"/>
                </a:solidFill>
              </a:rPr>
              <a:t>화면이 바뀌지 않아요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E3D5C-E189-49E3-ABB9-42602A60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2417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파일을 저장한 뒤 브라우저를 새로고침합니다.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BCF712-4AFF-4173-B1D7-9C7D700D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9F411-04FC-4082-8020-AF460287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19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태그가 그대로 보여요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39F09-C5C5-4ECB-9F35-20D5ED9F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529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&lt;와 &gt;가 빠지지 않았는지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06293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5AD85F-134F-4435-BC88-B1674C8A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4CD2E-2021-406E-A935-C2E1E9EA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상황에 맞는 Codex 요청문을 골라 쓰세요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3BFCB-F232-4E86-AB22-3A32D80A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CFDA4-E1EF-44D0-BFDF-E3AA62E9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C4799-02A6-4152-9744-E24362CB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B15BB-984B-405F-BF63-F0AEB539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192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현재 index.html 구조를 초보자에게 설명해줘.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81B6F-65C7-4CD3-9C6C-80A88A9A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0D8B8-5B13-497D-B89C-3B716539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9F9FD2-70C9-470B-81C5-2998B051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907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제목·설명·교육 보기 버튼이 있는 올바른 HTML 문서를 만들어줘.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83F1A3-C6AE-4D39-A1BA-3F015751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242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589C6E-7E8B-4968-BC84-0E24C683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CA2B7-CA20-4343-8CA3-66026565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623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기존 문구는 유지하고 시맨틱 태그가 잘 사용됐는지 검토해줘.</a:t>
            </a:r>
          </a:p>
        </p:txBody>
      </p:sp>
    </p:spTree>
    <p:extLst>
      <p:ext uri="{BB962C8B-B14F-4D97-AF65-F5344CB8AC3E}">
        <p14:creationId xmlns:p14="http://schemas.microsoft.com/office/powerpoint/2010/main" val="1285356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04C50-3AE1-464D-B2F0-0088C775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BCF6CD-5367-43C5-B26C-35F161B5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작은 응용이 내 실력으로 바뀌는 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05D65-AC71-4D5F-9863-04E85405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0F254-F291-4317-B29E-3C52FE38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B86E6-2A50-4A71-8FCC-7017FE85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76450"/>
            <a:ext cx="9944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2235"/>
                </a:solidFill>
              </a:defRPr>
            </a:pPr>
            <a:r>
              <a:rPr sz="2175" b="1">
                <a:solidFill>
                  <a:srgbClr val="182235"/>
                </a:solidFill>
              </a:rPr>
              <a:t>제목을 자신의 교육 브랜드명으로 바꾸고, 설명 문단을 한 개 더 추가해 보세요.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68677F-1860-457F-A742-11D15D6D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24375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083"/>
                </a:solidFill>
              </a:defRPr>
            </a:pPr>
            <a:r>
              <a:rPr sz="1650">
                <a:solidFill>
                  <a:srgbClr val="657083"/>
                </a:solidFill>
              </a:rPr>
              <a:t>완성한 뒤 원래 결과와 무엇이 달라졌는지 한 문장으로 설명해 보세요.</a:t>
            </a:r>
          </a:p>
        </p:txBody>
      </p:sp>
    </p:spTree>
    <p:extLst>
      <p:ext uri="{BB962C8B-B14F-4D97-AF65-F5344CB8AC3E}">
        <p14:creationId xmlns:p14="http://schemas.microsoft.com/office/powerpoint/2010/main" val="40211715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B8B18A-D480-4ED6-BA74-7F2ABBA8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CFD2E-EE7C-4E36-A04A-C9BCB2D5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다섯 문제로 오늘 배운 내용을 확인하세요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FDDED-1E81-4B78-B0FA-2B937DD6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14421-977E-4DCD-8767-50CFA100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1. HTML의 주된 역할은 무엇인가요?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0FC3A-111A-4BF4-A077-B38404A3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2. 가장 중요한 제목 태그는 무엇인가요?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AD0552-7999-49BA-9F4F-F51C38B9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3. 수정 내용이 보이지 않을 때 먼저 할 일은?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4A0C5-4261-4B91-83AC-D18C3103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147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4. 버튼 문구는 어느 태그 사이에 쓰나요?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853E2-9BF8-4EA1-A4FF-5F309CBA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910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2235"/>
                </a:solidFill>
              </a:defRPr>
            </a:pPr>
            <a:r>
              <a:rPr sz="1650" b="1">
                <a:solidFill>
                  <a:srgbClr val="182235"/>
                </a:solidFill>
              </a:rPr>
              <a:t>5. 완료 기준은 무엇인가요?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532D1-DC2E-4A0E-ABFD-C7069064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57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정답과 해설은 EDU 홈페이지 상세 자료에서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7849685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2026-08-26T01:36:26.3250000Z</dcterms:created>
  <dcterms:modified xsi:type="dcterms:W3CDTF">2026-08-26T01:36:26.3260000Z</dcterms:modified>
</coreProperties>
</file>