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4a6a511a104b61" /><Relationship Type="http://schemas.openxmlformats.org/officeDocument/2006/relationships/extended-properties" Target="/docProps/app.xml" Id="Rd78fd4a25c104154" /><Relationship Type="http://schemas.openxmlformats.org/officeDocument/2006/relationships/officeDocument" Target="/ppt/presentation.xml" Id="Rdd665d0c23bc4f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952103adeb4e11"/>
  </p:sldMasterIdLst>
  <p:notesMasterIdLst>
    <p:notesMasterId xmlns:r="http://schemas.openxmlformats.org/officeDocument/2006/relationships" r:id="R9e8df69b55ac4b90"/>
  </p:notesMasterIdLst>
  <p:sldIdLst>
    <p:sldId xmlns:r="http://schemas.openxmlformats.org/officeDocument/2006/relationships" id="256" r:id="R7d93b2c001c844b5"/>
    <p:sldId xmlns:r="http://schemas.openxmlformats.org/officeDocument/2006/relationships" id="257" r:id="R854a411aba8d4363"/>
    <p:sldId xmlns:r="http://schemas.openxmlformats.org/officeDocument/2006/relationships" id="258" r:id="R1c8270679fec4142"/>
    <p:sldId xmlns:r="http://schemas.openxmlformats.org/officeDocument/2006/relationships" id="259" r:id="Rfe3a1a1313bb4e35"/>
    <p:sldId xmlns:r="http://schemas.openxmlformats.org/officeDocument/2006/relationships" id="260" r:id="Rb73f54a64a0145e8"/>
    <p:sldId xmlns:r="http://schemas.openxmlformats.org/officeDocument/2006/relationships" id="261" r:id="R02e4ff3405c04bfb"/>
    <p:sldId xmlns:r="http://schemas.openxmlformats.org/officeDocument/2006/relationships" id="262" r:id="R836911c821444d0d"/>
    <p:sldId xmlns:r="http://schemas.openxmlformats.org/officeDocument/2006/relationships" id="263" r:id="R2d2c7e602f2347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f6b6562c7c4c83" /><Relationship Type="http://schemas.openxmlformats.org/officeDocument/2006/relationships/slideMaster" Target="/ppt/slideMasters/slideMaster1.xml" Id="Rd7952103adeb4e11" /><Relationship Type="http://schemas.openxmlformats.org/officeDocument/2006/relationships/notesMaster" Target="/ppt/notesMasters/notesMaster1.xml" Id="R9e8df69b55ac4b90" /><Relationship Type="http://schemas.openxmlformats.org/officeDocument/2006/relationships/presProps" Target="/ppt/presProps.xml" Id="R8cfbdbc32ca8489b" /><Relationship Type="http://schemas.openxmlformats.org/officeDocument/2006/relationships/tableStyles" Target="/ppt/tableStyles.xml" Id="Rd5dcf2e7a592428c" /><Relationship Type="http://schemas.openxmlformats.org/officeDocument/2006/relationships/slide" Target="/ppt/slides/slide1.xml" Id="R7d93b2c001c844b5" /><Relationship Type="http://schemas.openxmlformats.org/officeDocument/2006/relationships/slide" Target="/ppt/slides/slide2.xml" Id="R854a411aba8d4363" /><Relationship Type="http://schemas.openxmlformats.org/officeDocument/2006/relationships/slide" Target="/ppt/slides/slide3.xml" Id="R1c8270679fec4142" /><Relationship Type="http://schemas.openxmlformats.org/officeDocument/2006/relationships/slide" Target="/ppt/slides/slide4.xml" Id="Rfe3a1a1313bb4e35" /><Relationship Type="http://schemas.openxmlformats.org/officeDocument/2006/relationships/slide" Target="/ppt/slides/slide5.xml" Id="Rb73f54a64a0145e8" /><Relationship Type="http://schemas.openxmlformats.org/officeDocument/2006/relationships/slide" Target="/ppt/slides/slide6.xml" Id="R02e4ff3405c04bfb" /><Relationship Type="http://schemas.openxmlformats.org/officeDocument/2006/relationships/slide" Target="/ppt/slides/slide7.xml" Id="R836911c821444d0d" /><Relationship Type="http://schemas.openxmlformats.org/officeDocument/2006/relationships/slide" Target="/ppt/slides/slide8.xml" Id="R2d2c7e602f2347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d6cf969a6d42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f6b5972bc643b1" /><Relationship Type="http://schemas.openxmlformats.org/officeDocument/2006/relationships/notesMaster" Target="/ppt/notesMasters/notesMaster1.xml" Id="R7fafd31cf08843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e7eafae5e942de" /><Relationship Type="http://schemas.openxmlformats.org/officeDocument/2006/relationships/notesMaster" Target="/ppt/notesMasters/notesMaster1.xml" Id="R041e7cc3a6dd4e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4118278cef4a5e" /><Relationship Type="http://schemas.openxmlformats.org/officeDocument/2006/relationships/notesMaster" Target="/ppt/notesMasters/notesMaster1.xml" Id="Rcc3ce560c4be40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9874fa475948e6" /><Relationship Type="http://schemas.openxmlformats.org/officeDocument/2006/relationships/notesMaster" Target="/ppt/notesMasters/notesMaster1.xml" Id="Rd5d0b058de7449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85ac11b4b74365" /><Relationship Type="http://schemas.openxmlformats.org/officeDocument/2006/relationships/notesMaster" Target="/ppt/notesMasters/notesMaster1.xml" Id="R832927177ac744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e2226e73424268" /><Relationship Type="http://schemas.openxmlformats.org/officeDocument/2006/relationships/notesMaster" Target="/ppt/notesMasters/notesMaster1.xml" Id="Re7f1f8dbd7614d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775adc19c64d5b" /><Relationship Type="http://schemas.openxmlformats.org/officeDocument/2006/relationships/notesMaster" Target="/ppt/notesMasters/notesMaster1.xml" Id="R389db2881bc248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771c0cd1b54307" /><Relationship Type="http://schemas.openxmlformats.org/officeDocument/2006/relationships/notesMaster" Target="/ppt/notesMasters/notesMaster1.xml" Id="Ra436a10c39474e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6b418cce0e4a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1d25d121a4454b" /><Relationship Type="http://schemas.openxmlformats.org/officeDocument/2006/relationships/slideLayout" Target="/ppt/slideLayouts/slideLayout1.xml" Id="R68b96a2c1c7448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b96a2c1c7448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78bf5f5df4582" /><Relationship Type="http://schemas.openxmlformats.org/officeDocument/2006/relationships/image" Target="/ppt/media/image.bin" Id="R2f0c61f50bb44207" /><Relationship Type="http://schemas.openxmlformats.org/officeDocument/2006/relationships/notesSlide" Target="/ppt/notesSlides/notesSlide1.xml" Id="R4fdf06b5dd6a45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cdc99df42423c" /><Relationship Type="http://schemas.openxmlformats.org/officeDocument/2006/relationships/notesSlide" Target="/ppt/notesSlides/notesSlide2.xml" Id="Rfc8eff3233b045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6a5607a6a439c" /><Relationship Type="http://schemas.openxmlformats.org/officeDocument/2006/relationships/notesSlide" Target="/ppt/notesSlides/notesSlide3.xml" Id="R7c9631ff8e6546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cdb705056419d" /><Relationship Type="http://schemas.openxmlformats.org/officeDocument/2006/relationships/notesSlide" Target="/ppt/notesSlides/notesSlide4.xml" Id="R5579a695e5ef44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3b8f59e7b40c6" /><Relationship Type="http://schemas.openxmlformats.org/officeDocument/2006/relationships/notesSlide" Target="/ppt/notesSlides/notesSlide5.xml" Id="R3460dfc05f7f43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45b7b882943a2" /><Relationship Type="http://schemas.openxmlformats.org/officeDocument/2006/relationships/notesSlide" Target="/ppt/notesSlides/notesSlide6.xml" Id="Rf1ebbfc37fa34b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9073357d7495d" /><Relationship Type="http://schemas.openxmlformats.org/officeDocument/2006/relationships/notesSlide" Target="/ppt/notesSlides/notesSlide7.xml" Id="R4bc413a86acb4c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fb4fda16c45db" /><Relationship Type="http://schemas.openxmlformats.org/officeDocument/2006/relationships/notesSlide" Target="/ppt/notesSlides/notesSlide8.xml" Id="Rda10ea49b14940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69EF5-DBCB-4EB8-BDD3-25AD4710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802B0-02B8-434E-9DE8-07BA98C8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57E8"/>
                </a:solidFill>
              </a:defRPr>
            </a:pPr>
            <a:r>
              <a:rPr sz="1350" b="1">
                <a:solidFill>
                  <a:srgbClr val="6657E8"/>
                </a:solidFill>
              </a:rPr>
              <a:t>웹 기초 · 입문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AF09A-1749-43D8-A298-43AAD311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235"/>
                </a:solidFill>
              </a:defRPr>
            </a:pPr>
            <a:r>
              <a:rPr sz="3900" b="1">
                <a:solidFill>
                  <a:srgbClr val="182235"/>
                </a:solidFill>
              </a:rPr>
              <a:t>HTML로 첫 화면 만들기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2C7FD-EDC0-4CAF-ACB8-CCAF69E4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083"/>
                </a:solidFill>
              </a:defRPr>
            </a:pPr>
            <a:r>
              <a:rPr sz="1800">
                <a:solidFill>
                  <a:srgbClr val="657083"/>
                </a:solidFill>
              </a:rPr>
              <a:t>제목·문단·버튼을 배치하며 웹페이지의 뼈대를 만듭니다.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0A06A-8A49-412C-8892-528CC764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266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DA894-4DE6-43AB-9246-3B944397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약 20분 학습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c61f50bb44207"/>
          <a:srcRect xmlns:a="http://schemas.openxmlformats.org/drawingml/2006/main" l="17949" t="0" r="179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857250"/>
            <a:ext cx="4762500" cy="495300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5C5F2-38DF-4E19-9E40-214DC8C8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083"/>
                </a:solidFill>
              </a:defRPr>
            </a:pPr>
            <a:r>
              <a:rPr sz="1125">
                <a:solidFill>
                  <a:srgbClr val="657083"/>
                </a:solidFill>
              </a:rPr>
              <a:t>EDU 웹개발 교육 플랫폼</a:t>
            </a:r>
          </a:p>
        </p:txBody>
      </p:sp>
    </p:spTree>
    <p:extLst>
      <p:ext uri="{BB962C8B-B14F-4D97-AF65-F5344CB8AC3E}">
        <p14:creationId xmlns:p14="http://schemas.microsoft.com/office/powerpoint/2010/main" val="19688649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B243C-FB11-4B29-AC0E-3B7CA523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DD320-B2A8-4D5A-9FA2-5921C9CD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오늘은 이것을 할 수 있게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8FEA1-F39E-45FE-A63F-4B4DDEC6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69F1D-08E8-475D-B91A-BD99F97C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4E030-562C-412E-A0FA-CD9E26EB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1BC65-1304-4614-86CB-D0B61967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097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HTML의 역할을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30FA2-26AE-4110-A7EE-AE1D37A7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2A200-B603-445D-A504-58A66B6A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E5E23-F392-4E61-9939-5793F9C2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812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제목과 설명, 버튼을 직접 작성합니다.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D1124-B590-4FBB-8993-F26E635D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8EC10-8F98-4858-BABE-72B32C55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958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외우기보다 직접 실행하고</a:t>
            </a:r>
          </a:p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바뀐 결과를 확인하세요.</a:t>
            </a:r>
          </a:p>
        </p:txBody>
      </p:sp>
    </p:spTree>
    <p:extLst>
      <p:ext uri="{BB962C8B-B14F-4D97-AF65-F5344CB8AC3E}">
        <p14:creationId xmlns:p14="http://schemas.microsoft.com/office/powerpoint/2010/main" val="7835175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CC5C0-9632-460E-BBE2-7A8ADF2E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08874-98AB-4785-BF77-04AA7F44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생활 속 비유로 먼저 이해해요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22145-64D1-46EC-BC66-C06A0762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B69A6-A58C-4008-A357-06872F75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1853A-1480-49A7-8ECA-7C30C09D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235"/>
                </a:solidFill>
              </a:defRPr>
            </a:pPr>
            <a:r>
              <a:rPr sz="2100">
                <a:solidFill>
                  <a:srgbClr val="182235"/>
                </a:solidFill>
              </a:rPr>
              <a:t>HTML은 웹페이지의 설계도입니다. 태그(내용의 역할을 표시하는 이름)로 제목과 설명, 버튼을 구분합니다.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0D32C-84EC-4188-B66E-CEB4AFBC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한 문장으로 말해보기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19752-4E3E-4815-8D4A-A39E1985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625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HTML의 역할을 이해합니다.</a:t>
            </a:r>
          </a:p>
        </p:txBody>
      </p:sp>
    </p:spTree>
    <p:extLst>
      <p:ext uri="{BB962C8B-B14F-4D97-AF65-F5344CB8AC3E}">
        <p14:creationId xmlns:p14="http://schemas.microsoft.com/office/powerpoint/2010/main" val="5480322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B273E-5045-4E8A-87D7-B42B1258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84454-D83B-4FDA-8968-13D6676D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작동 순서는 네 단계면 충분합니다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02F3A-2087-49DD-9F05-AA8D432C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C29F8-D36E-46DD-8516-40B8B52B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C1F37-C5B0-425B-9C4B-910723C6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AC6DF-D542-4956-9612-2B6BA1F9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049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index.html을 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02F87-50BB-4775-9181-C82D8BFE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23381-DC68-4189-AEC0-10608365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F83BB-177C-4DD5-842B-F7C66913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제목과 설명을 작성합니다.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2BA8A-FE9B-4B75-AFD0-3E96A8EF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4B582-57FC-4067-B3D5-825D21BD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B4020-0877-4CE5-B185-C26B21C9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버튼을 추가합니다.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821F1-B0B9-40F4-891C-986087BB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EFF69-CF71-49C2-87D2-8D667ED9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2DB44-3D6C-4ACA-AFF3-7689C984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저장하고 새로고침합니다.</a:t>
            </a:r>
          </a:p>
        </p:txBody>
      </p:sp>
    </p:spTree>
    <p:extLst>
      <p:ext uri="{BB962C8B-B14F-4D97-AF65-F5344CB8AC3E}">
        <p14:creationId xmlns:p14="http://schemas.microsoft.com/office/powerpoint/2010/main" val="5723689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0DB18-0517-4F3D-AB6E-8CBABEF5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563D0-4EB3-439E-B004-B154E5FE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예제 코드를 한 줄씩 살펴보세요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E3DB3-2BE8-4D00-8D0E-227A0164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9315C-48A9-4092-8363-B19F858C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E4E7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E0A4A-16B0-40A2-BB36-E9471FE1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57E8"/>
                </a:solidFill>
              </a:defRPr>
            </a:pPr>
            <a:r>
              <a:rPr sz="1275" b="1">
                <a:solidFill>
                  <a:srgbClr val="6657E8"/>
                </a:solidFill>
              </a:rPr>
              <a:t>HTML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86B44-089E-4AF2-A12A-64B089CF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101346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&lt;h1&gt;우리 동네 배움터&lt;/h1&gt;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&lt;p&gt;오늘부터 천천히 시작합니다.&lt;/p&gt;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&lt;button&gt;교육 보기&lt;/button&gt;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B70DE-A7BF-4A31-B1B1-E383FC04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083"/>
                </a:solidFill>
              </a:defRPr>
            </a:pPr>
            <a:r>
              <a:rPr sz="1425">
                <a:solidFill>
                  <a:srgbClr val="657083"/>
                </a:solidFill>
              </a:rPr>
              <a:t>처음에는 그대로 실행하고, 문장이나 숫자 하나만 바꿔 보세요.</a:t>
            </a:r>
          </a:p>
        </p:txBody>
      </p:sp>
    </p:spTree>
    <p:extLst>
      <p:ext uri="{BB962C8B-B14F-4D97-AF65-F5344CB8AC3E}">
        <p14:creationId xmlns:p14="http://schemas.microsoft.com/office/powerpoint/2010/main" val="17325634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E16565-D12C-4A67-8A59-30466C31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71189-D7B1-4FCB-9700-7BE7FC6F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10분 실습은 작은 성공을 만드는 시간입니다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378C8-D93E-4E1A-9CD7-48AD4039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172CC-2F96-476E-A8EC-231D2775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B8D8D-4C89-4991-953A-2ACD5E62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D7866-909D-4631-8361-38883BA0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478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index.html을 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9C64C-362E-4DDD-9519-2A1C7364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E440F-9C26-4DE8-88A6-5D188C00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3E366-6C67-43E1-A3FD-31C7F89B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193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제목과 설명을 작성합니다.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6EA12-E9DB-43DB-B3FE-59E97570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FCE50-3347-4804-B356-953B1A87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A5891-D306-47D7-A427-06BB783F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909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버튼을 추가합니다.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4157A-C142-47B0-B1E2-2B117270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09710C-C305-4390-8D38-78E4851F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52BDE-406B-4432-84B3-20B0F92F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저장하고 새로고침합니다.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9932FA-65D7-4AFA-A7C7-06434EC4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95900"/>
            <a:ext cx="3333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57C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2C2FBB-2FD8-441E-AD68-5B5D0230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578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완료: 화면에서 결과 확인</a:t>
            </a:r>
          </a:p>
        </p:txBody>
      </p:sp>
    </p:spTree>
    <p:extLst>
      <p:ext uri="{BB962C8B-B14F-4D97-AF65-F5344CB8AC3E}">
        <p14:creationId xmlns:p14="http://schemas.microsoft.com/office/powerpoint/2010/main" val="19206698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45E7F-2100-415B-A42C-5A131649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3370F-5A11-40A3-B384-D5A2EDFC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Codex에는 이렇게 요청하세요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3313A-4869-44C6-8849-4E6C4435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D1E80-3913-49CE-9E6D-8FF5A3DF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FB903-DE5B-43B6-B2E6-7B9E1D36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9944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3A84"/>
                </a:solidFill>
              </a:defRPr>
            </a:pPr>
            <a:r>
              <a:rPr sz="2025" b="1">
                <a:solidFill>
                  <a:srgbClr val="403A84"/>
                </a:solidFill>
              </a:rPr>
              <a:t>“초보자용 홈페이지에 제목, 설명, 교육 보기 버튼이 있는 HTML을 만들어줘.”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7C74B-BA5C-44BF-B9A4-53384E12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좋은 요청의 세 가지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CA0B3-B5D4-4073-A642-E337CC06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577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① 바꿀 대상  ② 유지할 기능  ③ 확인 방법</a:t>
            </a:r>
          </a:p>
        </p:txBody>
      </p:sp>
    </p:spTree>
    <p:extLst>
      <p:ext uri="{BB962C8B-B14F-4D97-AF65-F5344CB8AC3E}">
        <p14:creationId xmlns:p14="http://schemas.microsoft.com/office/powerpoint/2010/main" val="16845037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C260D-15C0-469B-99F3-25E4CAD6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4898A-B5C5-41BA-A85C-2047505D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직접 확인하면 오늘 학습이 완성됩니다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68548-8B3C-4041-8BB4-E749BBAB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8CCC8-6236-4002-9E28-45BD165A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B18C1-DB60-4125-ABD8-87854F39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1E05F-A06D-475A-BDEB-C548ED59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144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제목과 설명이 구분되나요?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67509-EDD9-42B7-BFC1-B7124B7C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4CDC6-1594-473B-88EA-AB7775D9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B67D9-7B00-463B-A77D-7A65AB13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860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버튼 문구를 바꿔 봤나요?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A168B9-08FF-49E0-928A-C12AD0C7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6FCF68-22E6-41CA-AB91-A0B15C3F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755F"/>
                </a:solidFill>
              </a:defRPr>
            </a:pPr>
            <a:r>
              <a:rPr sz="1425" b="1">
                <a:solidFill>
                  <a:srgbClr val="26755F"/>
                </a:solidFill>
              </a:rPr>
              <a:t>관련 교육 프로그램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AD2694-B47C-4EFF-9C9D-E365F6C1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006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235"/>
                </a:solidFill>
              </a:defRPr>
            </a:pPr>
            <a:r>
              <a:rPr sz="1875" b="1">
                <a:solidFill>
                  <a:srgbClr val="182235"/>
                </a:solidFill>
              </a:rPr>
              <a:t>HTML·CSS·JavaScript로 첫 홈페이지 만들기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5DA87-0F17-4C4D-AB99-26F0228C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054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083"/>
                </a:solidFill>
              </a:defRPr>
            </a:pPr>
            <a:r>
              <a:rPr sz="1275">
                <a:solidFill>
                  <a:srgbClr val="657083"/>
                </a:solidFill>
              </a:rPr>
              <a:t>홈페이지에서 학습 완료를 표시하고 다음 자료로 이어가세요.</a:t>
            </a:r>
          </a:p>
        </p:txBody>
      </p:sp>
    </p:spTree>
    <p:extLst>
      <p:ext uri="{BB962C8B-B14F-4D97-AF65-F5344CB8AC3E}">
        <p14:creationId xmlns:p14="http://schemas.microsoft.com/office/powerpoint/2010/main" val="6875285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2026-08-26T00:51:59.4160000Z</dcterms:created>
  <dcterms:modified xsi:type="dcterms:W3CDTF">2026-08-26T00:51:59.4160000Z</dcterms:modified>
</coreProperties>
</file>