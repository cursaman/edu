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8fa9ee959c48ab" /><Relationship Type="http://schemas.openxmlformats.org/officeDocument/2006/relationships/extended-properties" Target="/docProps/app.xml" Id="R21ed95b7bc5d4fc9" /><Relationship Type="http://schemas.openxmlformats.org/officeDocument/2006/relationships/officeDocument" Target="/ppt/presentation.xml" Id="R6a647e958d4246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f15459a1e14928"/>
  </p:sldMasterIdLst>
  <p:notesMasterIdLst>
    <p:notesMasterId xmlns:r="http://schemas.openxmlformats.org/officeDocument/2006/relationships" r:id="Rf0a939e6db104df4"/>
  </p:notesMasterIdLst>
  <p:sldIdLst>
    <p:sldId xmlns:r="http://schemas.openxmlformats.org/officeDocument/2006/relationships" id="256" r:id="Rf4e4b8159ae041bb"/>
    <p:sldId xmlns:r="http://schemas.openxmlformats.org/officeDocument/2006/relationships" id="257" r:id="Ra1e28da9421a4331"/>
    <p:sldId xmlns:r="http://schemas.openxmlformats.org/officeDocument/2006/relationships" id="258" r:id="R41318c2b927d4b39"/>
    <p:sldId xmlns:r="http://schemas.openxmlformats.org/officeDocument/2006/relationships" id="259" r:id="R2f74e40720c7476a"/>
    <p:sldId xmlns:r="http://schemas.openxmlformats.org/officeDocument/2006/relationships" id="260" r:id="Rcab22fb960cf442b"/>
    <p:sldId xmlns:r="http://schemas.openxmlformats.org/officeDocument/2006/relationships" id="261" r:id="R5dec8640d5434093"/>
    <p:sldId xmlns:r="http://schemas.openxmlformats.org/officeDocument/2006/relationships" id="262" r:id="Rf14b231e39da4aec"/>
    <p:sldId xmlns:r="http://schemas.openxmlformats.org/officeDocument/2006/relationships" id="263" r:id="Rbaf566514a4d49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b81fbb67a24183" /><Relationship Type="http://schemas.openxmlformats.org/officeDocument/2006/relationships/slideMaster" Target="/ppt/slideMasters/slideMaster1.xml" Id="R25f15459a1e14928" /><Relationship Type="http://schemas.openxmlformats.org/officeDocument/2006/relationships/notesMaster" Target="/ppt/notesMasters/notesMaster1.xml" Id="Rf0a939e6db104df4" /><Relationship Type="http://schemas.openxmlformats.org/officeDocument/2006/relationships/presProps" Target="/ppt/presProps.xml" Id="Rc5fb8f9379ab49d0" /><Relationship Type="http://schemas.openxmlformats.org/officeDocument/2006/relationships/tableStyles" Target="/ppt/tableStyles.xml" Id="Rdbfa0307f1224290" /><Relationship Type="http://schemas.openxmlformats.org/officeDocument/2006/relationships/slide" Target="/ppt/slides/slide1.xml" Id="Rf4e4b8159ae041bb" /><Relationship Type="http://schemas.openxmlformats.org/officeDocument/2006/relationships/slide" Target="/ppt/slides/slide2.xml" Id="Ra1e28da9421a4331" /><Relationship Type="http://schemas.openxmlformats.org/officeDocument/2006/relationships/slide" Target="/ppt/slides/slide3.xml" Id="R41318c2b927d4b39" /><Relationship Type="http://schemas.openxmlformats.org/officeDocument/2006/relationships/slide" Target="/ppt/slides/slide4.xml" Id="R2f74e40720c7476a" /><Relationship Type="http://schemas.openxmlformats.org/officeDocument/2006/relationships/slide" Target="/ppt/slides/slide5.xml" Id="Rcab22fb960cf442b" /><Relationship Type="http://schemas.openxmlformats.org/officeDocument/2006/relationships/slide" Target="/ppt/slides/slide6.xml" Id="R5dec8640d5434093" /><Relationship Type="http://schemas.openxmlformats.org/officeDocument/2006/relationships/slide" Target="/ppt/slides/slide7.xml" Id="Rf14b231e39da4aec" /><Relationship Type="http://schemas.openxmlformats.org/officeDocument/2006/relationships/slide" Target="/ppt/slides/slide8.xml" Id="Rbaf566514a4d49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e2160867bc42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0b63e879fc4d4e" /><Relationship Type="http://schemas.openxmlformats.org/officeDocument/2006/relationships/notesMaster" Target="/ppt/notesMasters/notesMaster1.xml" Id="R3705919fe57149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e71abe5efc4872" /><Relationship Type="http://schemas.openxmlformats.org/officeDocument/2006/relationships/notesMaster" Target="/ppt/notesMasters/notesMaster1.xml" Id="R1e08a6f3a5d948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d436b9057d4135" /><Relationship Type="http://schemas.openxmlformats.org/officeDocument/2006/relationships/notesMaster" Target="/ppt/notesMasters/notesMaster1.xml" Id="Rf7349fc4a29247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aac0425ece494a" /><Relationship Type="http://schemas.openxmlformats.org/officeDocument/2006/relationships/notesMaster" Target="/ppt/notesMasters/notesMaster1.xml" Id="R8f94254a3cbc46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04428d24514e10" /><Relationship Type="http://schemas.openxmlformats.org/officeDocument/2006/relationships/notesMaster" Target="/ppt/notesMasters/notesMaster1.xml" Id="R99a634326d964d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35f668c5964a2d" /><Relationship Type="http://schemas.openxmlformats.org/officeDocument/2006/relationships/notesMaster" Target="/ppt/notesMasters/notesMaster1.xml" Id="R21c5b7ec4b4648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863ee316234bf4" /><Relationship Type="http://schemas.openxmlformats.org/officeDocument/2006/relationships/notesMaster" Target="/ppt/notesMasters/notesMaster1.xml" Id="Rd1ec79f0943642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b13730b5884347" /><Relationship Type="http://schemas.openxmlformats.org/officeDocument/2006/relationships/notesMaster" Target="/ppt/notesMasters/notesMaster1.xml" Id="Rb4bc14d6bd634f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31f9d2d19f44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5179b0dfeb4c99" /><Relationship Type="http://schemas.openxmlformats.org/officeDocument/2006/relationships/slideLayout" Target="/ppt/slideLayouts/slideLayout1.xml" Id="R4bf8d13d5d1f49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f8d13d5d1f49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fbec4635e4c0d" /><Relationship Type="http://schemas.openxmlformats.org/officeDocument/2006/relationships/image" Target="/ppt/media/image.bin" Id="Rc7d7208017f24549" /><Relationship Type="http://schemas.openxmlformats.org/officeDocument/2006/relationships/notesSlide" Target="/ppt/notesSlides/notesSlide1.xml" Id="R1ab5c1357cc748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3f2457a0d44fd" /><Relationship Type="http://schemas.openxmlformats.org/officeDocument/2006/relationships/notesSlide" Target="/ppt/notesSlides/notesSlide2.xml" Id="R4946c4ef95e840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0d838aa0f45ae" /><Relationship Type="http://schemas.openxmlformats.org/officeDocument/2006/relationships/notesSlide" Target="/ppt/notesSlides/notesSlide3.xml" Id="R6f8ee8fe41da47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488b9b6b44e3f" /><Relationship Type="http://schemas.openxmlformats.org/officeDocument/2006/relationships/notesSlide" Target="/ppt/notesSlides/notesSlide4.xml" Id="Rad76df0f08074a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3eba81cbd4a54" /><Relationship Type="http://schemas.openxmlformats.org/officeDocument/2006/relationships/notesSlide" Target="/ppt/notesSlides/notesSlide5.xml" Id="Rb5295d4efed744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0e3e8af794227" /><Relationship Type="http://schemas.openxmlformats.org/officeDocument/2006/relationships/notesSlide" Target="/ppt/notesSlides/notesSlide6.xml" Id="R134be64fbe7f46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b4da2c53f423b" /><Relationship Type="http://schemas.openxmlformats.org/officeDocument/2006/relationships/notesSlide" Target="/ppt/notesSlides/notesSlide7.xml" Id="Reca5685cf7154c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ca41136c04beb" /><Relationship Type="http://schemas.openxmlformats.org/officeDocument/2006/relationships/notesSlide" Target="/ppt/notesSlides/notesSlide8.xml" Id="R90ae2dcb2ffe44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58C0B-1228-4E3C-9929-2DAA46C4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E37E2-0D04-4754-BFEB-0732BFAF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57E8"/>
                </a:solidFill>
              </a:defRPr>
            </a:pPr>
            <a:r>
              <a:rPr sz="1350" b="1">
                <a:solidFill>
                  <a:srgbClr val="6657E8"/>
                </a:solidFill>
              </a:rPr>
              <a:t>웹 기초 · 입문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0E864-B9D9-4903-A2AF-BDC7DADE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235"/>
                </a:solidFill>
              </a:defRPr>
            </a:pPr>
            <a:r>
              <a:rPr sz="3900" b="1">
                <a:solidFill>
                  <a:srgbClr val="182235"/>
                </a:solidFill>
              </a:rPr>
              <a:t>JavaScript로 버튼 반응 만들기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BDF09-99B6-4A8A-AE61-FBD1F7CC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083"/>
                </a:solidFill>
              </a:defRPr>
            </a:pPr>
            <a:r>
              <a:rPr sz="1800">
                <a:solidFill>
                  <a:srgbClr val="657083"/>
                </a:solidFill>
              </a:rPr>
              <a:t>버튼을 누르면 안내 문장이 바뀌는 기능을 만듭니다.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06403-F32C-49AE-B629-2C0FF558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266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0E171-59BB-47C8-907F-C2236406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약 30분 학습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7208017f24549"/>
          <a:srcRect xmlns:a="http://schemas.openxmlformats.org/drawingml/2006/main" l="17949" t="0" r="179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857250"/>
            <a:ext cx="4762500" cy="495300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9C8D33-DF63-4EF5-ADC1-B35CAB5E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083"/>
                </a:solidFill>
              </a:defRPr>
            </a:pPr>
            <a:r>
              <a:rPr sz="1125">
                <a:solidFill>
                  <a:srgbClr val="657083"/>
                </a:solidFill>
              </a:rPr>
              <a:t>EDU 웹개발 교육 플랫폼</a:t>
            </a:r>
          </a:p>
        </p:txBody>
      </p:sp>
    </p:spTree>
    <p:extLst>
      <p:ext uri="{BB962C8B-B14F-4D97-AF65-F5344CB8AC3E}">
        <p14:creationId xmlns:p14="http://schemas.microsoft.com/office/powerpoint/2010/main" val="18733178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FE258-EAFC-4C42-A8D9-F2FED0F4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7F49D-C29E-40C4-B8ED-0CBD59CB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오늘은 이것을 할 수 있게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ED0CA-68C8-474E-8DB6-6B4FC909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3B171-0DEF-4609-96CD-02F28C2D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399C2-2FB6-4B80-8F3A-AD4D0878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73215-8308-4F65-9148-6CB328A6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097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클릭 이벤트를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0180E-B516-45E4-AEC5-0094DC34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8AA12-63F7-4C0C-8A71-1DFA2FDD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9F707A-6854-4ABD-B27A-BBE3C27E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812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버튼과 안내 문장을 연결합니다.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336199-CF9F-483C-AB2A-F8295F1B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3143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F8F01-AC9C-42F7-9710-A8AFE631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958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외우기보다 직접 실행하고</a:t>
            </a:r>
          </a:p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바뀐 결과를 확인하세요.</a:t>
            </a:r>
          </a:p>
        </p:txBody>
      </p:sp>
    </p:spTree>
    <p:extLst>
      <p:ext uri="{BB962C8B-B14F-4D97-AF65-F5344CB8AC3E}">
        <p14:creationId xmlns:p14="http://schemas.microsoft.com/office/powerpoint/2010/main" val="19161203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9984F7-FBB7-424E-9876-8B5B0F44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84F49-2A41-4B41-AEE5-86BF04C0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생활 속 비유로 먼저 이해해요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97FC2-B6AC-4E91-BD96-94B25AA0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CA91D-A41C-4E7F-9F53-E777752A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055C4-DEA6-4A84-8EC5-7BAB3E59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2235"/>
                </a:solidFill>
              </a:defRPr>
            </a:pPr>
            <a:r>
              <a:rPr sz="2100">
                <a:solidFill>
                  <a:srgbClr val="182235"/>
                </a:solidFill>
              </a:rPr>
              <a:t>JavaScript는 웹페이지의 행동을 담당합니다. 클릭이라는 입력을 받으면 문장을 바꾸는 결과를 만들 수 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07422-3507-44DD-B21D-1F368FBC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한 문장으로 말해보기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EF09B-C86B-4908-AAA9-F4C60E3A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6255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클릭 이벤트를 이해합니다.</a:t>
            </a:r>
          </a:p>
        </p:txBody>
      </p:sp>
    </p:spTree>
    <p:extLst>
      <p:ext uri="{BB962C8B-B14F-4D97-AF65-F5344CB8AC3E}">
        <p14:creationId xmlns:p14="http://schemas.microsoft.com/office/powerpoint/2010/main" val="20530236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FD56E2-47FA-42E3-B48A-6AC01D5A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1A649-F61D-4DCD-905F-A3E37E8A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작동 순서는 네 단계면 충분합니다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8CF9B-B921-4BB6-B0FE-187917B2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1505F-254B-47BB-B3D2-18987C6A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3AFB3-422D-4E03-8399-DE68A174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264E3-7403-431B-99C1-77E44FC9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049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버튼을 찾습니다.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CC7E3-186D-4997-87D4-CDB2BFA6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A8CF0F-7F61-4858-AD5A-E60F15FA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23DF4E-7C6F-4E04-9C66-967141A5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클릭 이벤트를 연결합니다.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F27CF-5BAB-4039-B0A8-6E1BFD4C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477A37-BA9B-4FFE-9A11-0013E645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F53F5-6DB5-4708-A6A1-02C7364A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문장을 바꿉니다.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5DFBA7-1824-46A8-9A21-17CFEC00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14A872-275B-4665-852C-C82B505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C90BF2-C90B-4513-A990-40C22E05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196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여러 번 눌러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3039683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680B1-C69A-4C2B-8B91-0FF40B39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16CDB-ECE1-4B1B-9807-55BD597E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예제 코드를 한 줄씩 살펴보세요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14619-DDA9-434D-AB29-097791AD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C13D9-A58A-448F-81DA-9A2614DB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E4E7F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B09DE-F3D3-4264-9948-F9923E24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43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657E8"/>
                </a:solidFill>
              </a:defRPr>
            </a:pPr>
            <a:r>
              <a:rPr sz="1275" b="1">
                <a:solidFill>
                  <a:srgbClr val="6657E8"/>
                </a:solidFill>
              </a:rPr>
              <a:t>JavaScript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9BA7F-EDC0-4EDD-A82D-B2821F04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47875"/>
            <a:ext cx="101346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const button = document.querySelector('button')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button.addEventListener('click', () =&gt; {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  document.querySelector('p').textContent = '학습을 시작합니다!'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})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B70A3-267D-49D8-B0C1-BEA7305C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083"/>
                </a:solidFill>
              </a:defRPr>
            </a:pPr>
            <a:r>
              <a:rPr sz="1425">
                <a:solidFill>
                  <a:srgbClr val="657083"/>
                </a:solidFill>
              </a:rPr>
              <a:t>처음에는 그대로 실행하고, 문장이나 숫자 하나만 바꿔 보세요.</a:t>
            </a:r>
          </a:p>
        </p:txBody>
      </p:sp>
    </p:spTree>
    <p:extLst>
      <p:ext uri="{BB962C8B-B14F-4D97-AF65-F5344CB8AC3E}">
        <p14:creationId xmlns:p14="http://schemas.microsoft.com/office/powerpoint/2010/main" val="3645888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01D99D-8CA8-4E05-B26B-A73D8C36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D2E4E-868F-4FE8-813F-3E738CD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10분 실습은 작은 성공을 만드는 시간입니다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98000-A0C0-4784-9619-39BD0D35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4D15E-1F18-437B-A74A-3279E175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90815-8062-4252-AB99-54BE2A22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2BDF9-4D95-43B1-A769-A261DA3C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478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버튼을 찾습니다.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ED244-F84A-4F71-A07C-84A618BC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43364B-E904-4F39-9879-4D8B599A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ECC0C-0042-440D-A4C7-1613AEF3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193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클릭 이벤트를 연결합니다.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F4D41-278A-461C-8E5F-F94B8D68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A9B8D9-6742-4C2E-A4A8-BF0CE30B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ACD908-879A-47C0-8C24-82F0E524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909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문장을 바꿉니다.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975348-2255-4F89-8412-433637FA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01A75-EB88-48A3-81D5-88412A37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6A4229-67D5-4B30-AB7F-BFB2A7C6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624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여러 번 눌러 확인합니다.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FD3077-FAF1-4336-A485-B6376F89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95900"/>
            <a:ext cx="3333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57C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1DE5B-E822-4C68-B9E7-3F78E835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578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완료: 화면에서 결과 확인</a:t>
            </a:r>
          </a:p>
        </p:txBody>
      </p:sp>
    </p:spTree>
    <p:extLst>
      <p:ext uri="{BB962C8B-B14F-4D97-AF65-F5344CB8AC3E}">
        <p14:creationId xmlns:p14="http://schemas.microsoft.com/office/powerpoint/2010/main" val="20165476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70AC8-9A72-442F-ADE1-2638E8B7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6C850-33B1-4496-A27D-894B62B8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Codex에는 이렇게 요청하세요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688F2-3A5A-4A2E-A60E-34A2EEC8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F2C632-D3C3-402F-A28E-B9514F89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4F3D6-93F2-4468-80D8-2AE0C2E6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9944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3A84"/>
                </a:solidFill>
              </a:defRPr>
            </a:pPr>
            <a:r>
              <a:rPr sz="2025" b="1">
                <a:solidFill>
                  <a:srgbClr val="403A84"/>
                </a:solidFill>
              </a:rPr>
              <a:t>“버튼을 누르면 안내 문장이 바뀌는 쉬운 JavaScript를 작성해줘.”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38ADD-9F05-4077-B402-3F921173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좋은 요청의 세 가지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DEA69-1B7E-441D-8639-4730DB73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577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① 바꿀 대상  ② 유지할 기능  ③ 확인 방법</a:t>
            </a:r>
          </a:p>
        </p:txBody>
      </p:sp>
    </p:spTree>
    <p:extLst>
      <p:ext uri="{BB962C8B-B14F-4D97-AF65-F5344CB8AC3E}">
        <p14:creationId xmlns:p14="http://schemas.microsoft.com/office/powerpoint/2010/main" val="12273081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FF9524-5B56-4B76-ACA2-97F5FDE1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CD39C-8B5D-4B2B-A690-B429EF5E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직접 확인하면 오늘 학습이 완성됩니다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4ACE1-9F91-4B42-9FF4-A26D5F20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47F6E-DCF2-4BBA-B2D0-2B83A5F8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062AAA-D47D-4A38-8992-3700D9E6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5E3F1-ADF4-4C91-B17B-7EE94CB9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144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클릭할 때만 바뀌나요?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1BF52-3B53-4409-9304-E1C05039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0E332-55CA-41F4-863C-DB7A226D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CF512-0291-4363-95EA-5982B305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860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문구를 직접 수정했나요?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106DD-00D6-470A-8C90-D16D5CEC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788D6-90FE-4C6F-B0A2-32110B18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755F"/>
                </a:solidFill>
              </a:defRPr>
            </a:pPr>
            <a:r>
              <a:rPr sz="1425" b="1">
                <a:solidFill>
                  <a:srgbClr val="26755F"/>
                </a:solidFill>
              </a:rPr>
              <a:t>관련 교육 프로그램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06B0A9-AD34-45A2-AE87-52A2681D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006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235"/>
                </a:solidFill>
              </a:defRPr>
            </a:pPr>
            <a:r>
              <a:rPr sz="1875" b="1">
                <a:solidFill>
                  <a:srgbClr val="182235"/>
                </a:solidFill>
              </a:rPr>
              <a:t>HTML·CSS·JavaScript로 첫 홈페이지 만들기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4F2A1-C41E-4877-903C-06DD6AD8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054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083"/>
                </a:solidFill>
              </a:defRPr>
            </a:pPr>
            <a:r>
              <a:rPr sz="1275">
                <a:solidFill>
                  <a:srgbClr val="657083"/>
                </a:solidFill>
              </a:rPr>
              <a:t>홈페이지에서 학습 완료를 표시하고 다음 자료로 이어가세요.</a:t>
            </a:r>
          </a:p>
        </p:txBody>
      </p:sp>
    </p:spTree>
    <p:extLst>
      <p:ext uri="{BB962C8B-B14F-4D97-AF65-F5344CB8AC3E}">
        <p14:creationId xmlns:p14="http://schemas.microsoft.com/office/powerpoint/2010/main" val="2465404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2026-08-26T00:52:03.3270000Z</dcterms:created>
  <dcterms:modified xsi:type="dcterms:W3CDTF">2026-08-26T00:52:03.3270000Z</dcterms:modified>
</coreProperties>
</file>